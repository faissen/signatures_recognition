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68" r:id="rId2"/>
    <p:sldId id="269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5F9560-FD62-4319-8C7E-DE37CCDE04C8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06280F-4C87-4785-A52C-0717D349EF8E}">
      <dgm:prSet phldrT="[Text]" custT="1"/>
      <dgm:spPr/>
      <dgm:t>
        <a:bodyPr/>
        <a:lstStyle/>
        <a:p>
          <a:r>
            <a:rPr lang="en-US" sz="1800" dirty="0"/>
            <a:t>1. Motivation</a:t>
          </a:r>
        </a:p>
      </dgm:t>
    </dgm:pt>
    <dgm:pt modelId="{B6D08A1F-4B34-40CD-89C6-4D1207B3191D}" type="parTrans" cxnId="{542CAD8F-7BCC-4E97-AC53-73B086AC9B8D}">
      <dgm:prSet/>
      <dgm:spPr/>
      <dgm:t>
        <a:bodyPr/>
        <a:lstStyle/>
        <a:p>
          <a:endParaRPr lang="en-US" sz="1800"/>
        </a:p>
      </dgm:t>
    </dgm:pt>
    <dgm:pt modelId="{AD9164F8-4F90-4866-9419-6873349075B2}" type="sibTrans" cxnId="{542CAD8F-7BCC-4E97-AC53-73B086AC9B8D}">
      <dgm:prSet/>
      <dgm:spPr/>
      <dgm:t>
        <a:bodyPr/>
        <a:lstStyle/>
        <a:p>
          <a:endParaRPr lang="en-US" sz="1800"/>
        </a:p>
      </dgm:t>
    </dgm:pt>
    <dgm:pt modelId="{25A1BC7E-66F6-4826-ABB4-48D9C23C5C9F}">
      <dgm:prSet custT="1"/>
      <dgm:spPr/>
      <dgm:t>
        <a:bodyPr/>
        <a:lstStyle/>
        <a:p>
          <a:r>
            <a:rPr lang="en-US" sz="1800"/>
            <a:t>2. Problem statement</a:t>
          </a:r>
          <a:endParaRPr lang="en-US" sz="1800" dirty="0"/>
        </a:p>
      </dgm:t>
    </dgm:pt>
    <dgm:pt modelId="{43FE0ADC-E9FC-466F-B2F0-5B3D9F27BD38}" type="parTrans" cxnId="{7F734C4A-1A79-4C0D-8E07-A456F8743A88}">
      <dgm:prSet/>
      <dgm:spPr/>
      <dgm:t>
        <a:bodyPr/>
        <a:lstStyle/>
        <a:p>
          <a:endParaRPr lang="en-US" sz="1800"/>
        </a:p>
      </dgm:t>
    </dgm:pt>
    <dgm:pt modelId="{03DEAB67-BD90-4E16-BD62-6CF7985BF683}" type="sibTrans" cxnId="{7F734C4A-1A79-4C0D-8E07-A456F8743A88}">
      <dgm:prSet/>
      <dgm:spPr/>
      <dgm:t>
        <a:bodyPr/>
        <a:lstStyle/>
        <a:p>
          <a:endParaRPr lang="en-US" sz="1800"/>
        </a:p>
      </dgm:t>
    </dgm:pt>
    <dgm:pt modelId="{8392F565-27E2-465C-A10A-DBF915BD2A4B}">
      <dgm:prSet custT="1"/>
      <dgm:spPr/>
      <dgm:t>
        <a:bodyPr/>
        <a:lstStyle/>
        <a:p>
          <a:r>
            <a:rPr lang="en-US" sz="1800"/>
            <a:t>3. Target Audience</a:t>
          </a:r>
          <a:endParaRPr lang="en-US" sz="1800" dirty="0"/>
        </a:p>
      </dgm:t>
    </dgm:pt>
    <dgm:pt modelId="{92BA68B5-E9DF-4443-839E-C9FF0DD78E61}" type="parTrans" cxnId="{0523B417-7FDA-426C-B26A-F04886BB4E35}">
      <dgm:prSet/>
      <dgm:spPr/>
      <dgm:t>
        <a:bodyPr/>
        <a:lstStyle/>
        <a:p>
          <a:endParaRPr lang="en-US" sz="1800"/>
        </a:p>
      </dgm:t>
    </dgm:pt>
    <dgm:pt modelId="{3EDBB4EA-8EFE-4632-8ABC-FCDCAE392073}" type="sibTrans" cxnId="{0523B417-7FDA-426C-B26A-F04886BB4E35}">
      <dgm:prSet/>
      <dgm:spPr/>
      <dgm:t>
        <a:bodyPr/>
        <a:lstStyle/>
        <a:p>
          <a:endParaRPr lang="en-US" sz="1800"/>
        </a:p>
      </dgm:t>
    </dgm:pt>
    <dgm:pt modelId="{63164138-901A-4C34-8957-3313F7874DF6}">
      <dgm:prSet custT="1"/>
      <dgm:spPr/>
      <dgm:t>
        <a:bodyPr/>
        <a:lstStyle/>
        <a:p>
          <a:r>
            <a:rPr lang="en-US" sz="1800"/>
            <a:t>4. Solution</a:t>
          </a:r>
          <a:endParaRPr lang="en-US" sz="1800" dirty="0"/>
        </a:p>
      </dgm:t>
    </dgm:pt>
    <dgm:pt modelId="{AEAA9ED9-7B5D-4E38-AF31-39653581743F}" type="parTrans" cxnId="{F28D951D-E299-4755-A276-90A65E3AB2B8}">
      <dgm:prSet/>
      <dgm:spPr/>
      <dgm:t>
        <a:bodyPr/>
        <a:lstStyle/>
        <a:p>
          <a:endParaRPr lang="en-US" sz="1800"/>
        </a:p>
      </dgm:t>
    </dgm:pt>
    <dgm:pt modelId="{C5BD9F76-5C3C-4D7E-A353-1EDCF4459B3D}" type="sibTrans" cxnId="{F28D951D-E299-4755-A276-90A65E3AB2B8}">
      <dgm:prSet/>
      <dgm:spPr/>
      <dgm:t>
        <a:bodyPr/>
        <a:lstStyle/>
        <a:p>
          <a:endParaRPr lang="en-US" sz="1800"/>
        </a:p>
      </dgm:t>
    </dgm:pt>
    <dgm:pt modelId="{7E61D80D-7828-4026-A51E-B33AF53B59E1}">
      <dgm:prSet custT="1"/>
      <dgm:spPr/>
      <dgm:t>
        <a:bodyPr/>
        <a:lstStyle/>
        <a:p>
          <a:r>
            <a:rPr lang="en-US" sz="1800"/>
            <a:t>5. Challenges</a:t>
          </a:r>
          <a:endParaRPr lang="en-US" sz="1800" dirty="0"/>
        </a:p>
      </dgm:t>
    </dgm:pt>
    <dgm:pt modelId="{17A28139-95AC-436E-81E7-58329651217F}" type="parTrans" cxnId="{84251F68-857D-4943-869A-F1154C2BC3AE}">
      <dgm:prSet/>
      <dgm:spPr/>
      <dgm:t>
        <a:bodyPr/>
        <a:lstStyle/>
        <a:p>
          <a:endParaRPr lang="en-US" sz="1800"/>
        </a:p>
      </dgm:t>
    </dgm:pt>
    <dgm:pt modelId="{8E1A960C-F810-4E2F-8C9D-61FD08369AF5}" type="sibTrans" cxnId="{84251F68-857D-4943-869A-F1154C2BC3AE}">
      <dgm:prSet/>
      <dgm:spPr/>
      <dgm:t>
        <a:bodyPr/>
        <a:lstStyle/>
        <a:p>
          <a:endParaRPr lang="en-US" sz="1800"/>
        </a:p>
      </dgm:t>
    </dgm:pt>
    <dgm:pt modelId="{1C726FD4-B47B-491F-BBC3-156285B967AE}">
      <dgm:prSet custT="1"/>
      <dgm:spPr/>
      <dgm:t>
        <a:bodyPr/>
        <a:lstStyle/>
        <a:p>
          <a:r>
            <a:rPr lang="en-US" sz="1800"/>
            <a:t>7. Expected Results</a:t>
          </a:r>
          <a:endParaRPr lang="en-US" sz="1800" dirty="0"/>
        </a:p>
      </dgm:t>
    </dgm:pt>
    <dgm:pt modelId="{44429AE6-5FAC-4F85-A7D3-5C2F44B934A0}" type="parTrans" cxnId="{F829433C-0311-4CE3-BE65-37280D89D860}">
      <dgm:prSet/>
      <dgm:spPr/>
      <dgm:t>
        <a:bodyPr/>
        <a:lstStyle/>
        <a:p>
          <a:endParaRPr lang="en-US" sz="1800"/>
        </a:p>
      </dgm:t>
    </dgm:pt>
    <dgm:pt modelId="{99EF2C0A-E5E9-4ADA-B1EA-96292811EB1B}" type="sibTrans" cxnId="{F829433C-0311-4CE3-BE65-37280D89D860}">
      <dgm:prSet/>
      <dgm:spPr/>
      <dgm:t>
        <a:bodyPr/>
        <a:lstStyle/>
        <a:p>
          <a:endParaRPr lang="en-US" sz="1800"/>
        </a:p>
      </dgm:t>
    </dgm:pt>
    <dgm:pt modelId="{5071A05F-7AEE-4E9B-8EB3-54CB4F18930C}">
      <dgm:prSet custT="1"/>
      <dgm:spPr/>
      <dgm:t>
        <a:bodyPr/>
        <a:lstStyle/>
        <a:p>
          <a:r>
            <a:rPr lang="en-US" sz="1800"/>
            <a:t>6. Technical strategy</a:t>
          </a:r>
          <a:endParaRPr lang="en-US" sz="1800" dirty="0"/>
        </a:p>
      </dgm:t>
    </dgm:pt>
    <dgm:pt modelId="{E33EA208-B1E3-431B-8E87-017A037496E6}" type="parTrans" cxnId="{246D6134-38DE-42A0-96A5-2B7FDA2BD8F3}">
      <dgm:prSet/>
      <dgm:spPr/>
      <dgm:t>
        <a:bodyPr/>
        <a:lstStyle/>
        <a:p>
          <a:endParaRPr lang="en-US" sz="1800"/>
        </a:p>
      </dgm:t>
    </dgm:pt>
    <dgm:pt modelId="{0BDBFB42-DF01-4410-A874-351CBD2DE010}" type="sibTrans" cxnId="{246D6134-38DE-42A0-96A5-2B7FDA2BD8F3}">
      <dgm:prSet/>
      <dgm:spPr/>
      <dgm:t>
        <a:bodyPr/>
        <a:lstStyle/>
        <a:p>
          <a:endParaRPr lang="en-US" sz="1800"/>
        </a:p>
      </dgm:t>
    </dgm:pt>
    <dgm:pt modelId="{180562B2-3E79-4C26-89FB-5635F2BF0A2F}" type="pres">
      <dgm:prSet presAssocID="{9B5F9560-FD62-4319-8C7E-DE37CCDE04C8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F9E4B53-415C-4EBF-B2A4-67EFE105F57B}" type="pres">
      <dgm:prSet presAssocID="{1C726FD4-B47B-491F-BBC3-156285B967AE}" presName="Accent7" presStyleCnt="0"/>
      <dgm:spPr/>
    </dgm:pt>
    <dgm:pt modelId="{E8822E67-67C6-47A1-B524-6F0FEC4EE393}" type="pres">
      <dgm:prSet presAssocID="{1C726FD4-B47B-491F-BBC3-156285B967AE}" presName="Accent" presStyleLbl="node1" presStyleIdx="0" presStyleCnt="7"/>
      <dgm:spPr/>
    </dgm:pt>
    <dgm:pt modelId="{B32C536F-052B-4ACF-B89E-C09595217D6B}" type="pres">
      <dgm:prSet presAssocID="{1C726FD4-B47B-491F-BBC3-156285B967AE}" presName="ParentBackground7" presStyleCnt="0"/>
      <dgm:spPr/>
    </dgm:pt>
    <dgm:pt modelId="{958C58C4-4485-4FFA-BBFC-575F2D8D9646}" type="pres">
      <dgm:prSet presAssocID="{1C726FD4-B47B-491F-BBC3-156285B967AE}" presName="ParentBackground" presStyleLbl="fgAcc1" presStyleIdx="0" presStyleCnt="7"/>
      <dgm:spPr/>
    </dgm:pt>
    <dgm:pt modelId="{CF577DD5-8943-4D35-BC46-B09C0EE02E8D}" type="pres">
      <dgm:prSet presAssocID="{1C726FD4-B47B-491F-BBC3-156285B967AE}" presName="Parent7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BE34412-4EE9-49A4-9ADD-F3E8E155332A}" type="pres">
      <dgm:prSet presAssocID="{5071A05F-7AEE-4E9B-8EB3-54CB4F18930C}" presName="Accent6" presStyleCnt="0"/>
      <dgm:spPr/>
    </dgm:pt>
    <dgm:pt modelId="{C0E3286C-6897-45CB-AAB9-04A89B1D633F}" type="pres">
      <dgm:prSet presAssocID="{5071A05F-7AEE-4E9B-8EB3-54CB4F18930C}" presName="Accent" presStyleLbl="node1" presStyleIdx="1" presStyleCnt="7"/>
      <dgm:spPr/>
    </dgm:pt>
    <dgm:pt modelId="{190D99BA-4343-41D3-BA63-295F226B41C2}" type="pres">
      <dgm:prSet presAssocID="{5071A05F-7AEE-4E9B-8EB3-54CB4F18930C}" presName="ParentBackground6" presStyleCnt="0"/>
      <dgm:spPr/>
    </dgm:pt>
    <dgm:pt modelId="{8DABA49D-D871-4BDB-BCA5-41F8D28CE2C8}" type="pres">
      <dgm:prSet presAssocID="{5071A05F-7AEE-4E9B-8EB3-54CB4F18930C}" presName="ParentBackground" presStyleLbl="fgAcc1" presStyleIdx="1" presStyleCnt="7"/>
      <dgm:spPr/>
    </dgm:pt>
    <dgm:pt modelId="{47908A7C-00B6-46F8-8BC7-79A7F1AC35AC}" type="pres">
      <dgm:prSet presAssocID="{5071A05F-7AEE-4E9B-8EB3-54CB4F18930C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7AAD785-2CC0-49E1-9495-6E189ADBA995}" type="pres">
      <dgm:prSet presAssocID="{7E61D80D-7828-4026-A51E-B33AF53B59E1}" presName="Accent5" presStyleCnt="0"/>
      <dgm:spPr/>
    </dgm:pt>
    <dgm:pt modelId="{B46C7D5E-37FA-4C5A-A877-AD4231183706}" type="pres">
      <dgm:prSet presAssocID="{7E61D80D-7828-4026-A51E-B33AF53B59E1}" presName="Accent" presStyleLbl="node1" presStyleIdx="2" presStyleCnt="7"/>
      <dgm:spPr/>
    </dgm:pt>
    <dgm:pt modelId="{1F622971-83AA-4C22-BE72-52C2CC6E4647}" type="pres">
      <dgm:prSet presAssocID="{7E61D80D-7828-4026-A51E-B33AF53B59E1}" presName="ParentBackground5" presStyleCnt="0"/>
      <dgm:spPr/>
    </dgm:pt>
    <dgm:pt modelId="{E9A2F503-B053-4D97-A757-0FD75723C7B1}" type="pres">
      <dgm:prSet presAssocID="{7E61D80D-7828-4026-A51E-B33AF53B59E1}" presName="ParentBackground" presStyleLbl="fgAcc1" presStyleIdx="2" presStyleCnt="7"/>
      <dgm:spPr/>
    </dgm:pt>
    <dgm:pt modelId="{17B038B2-A283-4142-8373-614D6C86C140}" type="pres">
      <dgm:prSet presAssocID="{7E61D80D-7828-4026-A51E-B33AF53B59E1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484BFC2-FF23-433B-9DE2-F8FEF9657DB5}" type="pres">
      <dgm:prSet presAssocID="{63164138-901A-4C34-8957-3313F7874DF6}" presName="Accent4" presStyleCnt="0"/>
      <dgm:spPr/>
    </dgm:pt>
    <dgm:pt modelId="{3BA36DF7-2AAA-4FA6-ACF5-A2AECC4DA601}" type="pres">
      <dgm:prSet presAssocID="{63164138-901A-4C34-8957-3313F7874DF6}" presName="Accent" presStyleLbl="node1" presStyleIdx="3" presStyleCnt="7"/>
      <dgm:spPr/>
    </dgm:pt>
    <dgm:pt modelId="{B27D2BD7-EF4A-4EA9-BC91-C0C03C8752AB}" type="pres">
      <dgm:prSet presAssocID="{63164138-901A-4C34-8957-3313F7874DF6}" presName="ParentBackground4" presStyleCnt="0"/>
      <dgm:spPr/>
    </dgm:pt>
    <dgm:pt modelId="{2DF7F2AE-CBDA-4907-B103-D2EBD5E975CF}" type="pres">
      <dgm:prSet presAssocID="{63164138-901A-4C34-8957-3313F7874DF6}" presName="ParentBackground" presStyleLbl="fgAcc1" presStyleIdx="3" presStyleCnt="7"/>
      <dgm:spPr/>
    </dgm:pt>
    <dgm:pt modelId="{EB2C627A-3185-4934-963B-85F71C7DD0F2}" type="pres">
      <dgm:prSet presAssocID="{63164138-901A-4C34-8957-3313F7874DF6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1BC6B77-5064-44C8-A42B-FB5AAF90937F}" type="pres">
      <dgm:prSet presAssocID="{8392F565-27E2-465C-A10A-DBF915BD2A4B}" presName="Accent3" presStyleCnt="0"/>
      <dgm:spPr/>
    </dgm:pt>
    <dgm:pt modelId="{1BB57F0D-F53E-42C6-A28C-C84135D16E6F}" type="pres">
      <dgm:prSet presAssocID="{8392F565-27E2-465C-A10A-DBF915BD2A4B}" presName="Accent" presStyleLbl="node1" presStyleIdx="4" presStyleCnt="7"/>
      <dgm:spPr/>
    </dgm:pt>
    <dgm:pt modelId="{ADB2EA7A-7774-414B-AD8E-3248148B3EC6}" type="pres">
      <dgm:prSet presAssocID="{8392F565-27E2-465C-A10A-DBF915BD2A4B}" presName="ParentBackground3" presStyleCnt="0"/>
      <dgm:spPr/>
    </dgm:pt>
    <dgm:pt modelId="{BD92F756-110D-4894-8E09-6DDA22604AEE}" type="pres">
      <dgm:prSet presAssocID="{8392F565-27E2-465C-A10A-DBF915BD2A4B}" presName="ParentBackground" presStyleLbl="fgAcc1" presStyleIdx="4" presStyleCnt="7"/>
      <dgm:spPr/>
    </dgm:pt>
    <dgm:pt modelId="{ED6D6398-6C9E-40A7-9CC2-0B50B40093A5}" type="pres">
      <dgm:prSet presAssocID="{8392F565-27E2-465C-A10A-DBF915BD2A4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C2992C0-23DD-46AB-BB75-8A120C063097}" type="pres">
      <dgm:prSet presAssocID="{25A1BC7E-66F6-4826-ABB4-48D9C23C5C9F}" presName="Accent2" presStyleCnt="0"/>
      <dgm:spPr/>
    </dgm:pt>
    <dgm:pt modelId="{F5ED935B-F7EC-4DFE-B443-4CC1BE540C96}" type="pres">
      <dgm:prSet presAssocID="{25A1BC7E-66F6-4826-ABB4-48D9C23C5C9F}" presName="Accent" presStyleLbl="node1" presStyleIdx="5" presStyleCnt="7"/>
      <dgm:spPr/>
    </dgm:pt>
    <dgm:pt modelId="{DC6FA030-0533-4F8C-A57A-305E6C400C43}" type="pres">
      <dgm:prSet presAssocID="{25A1BC7E-66F6-4826-ABB4-48D9C23C5C9F}" presName="ParentBackground2" presStyleCnt="0"/>
      <dgm:spPr/>
    </dgm:pt>
    <dgm:pt modelId="{54E8371D-ED29-43D0-BDD9-1D873BEF626B}" type="pres">
      <dgm:prSet presAssocID="{25A1BC7E-66F6-4826-ABB4-48D9C23C5C9F}" presName="ParentBackground" presStyleLbl="fgAcc1" presStyleIdx="5" presStyleCnt="7"/>
      <dgm:spPr/>
    </dgm:pt>
    <dgm:pt modelId="{F3FC5852-3C94-4D1E-AA84-0C863A279D7D}" type="pres">
      <dgm:prSet presAssocID="{25A1BC7E-66F6-4826-ABB4-48D9C23C5C9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90A226D-2AB2-4200-A47B-D38B9A29D2FA}" type="pres">
      <dgm:prSet presAssocID="{2806280F-4C87-4785-A52C-0717D349EF8E}" presName="Accent1" presStyleCnt="0"/>
      <dgm:spPr/>
    </dgm:pt>
    <dgm:pt modelId="{4A0A6270-8CAC-4E27-A279-C655DDE38388}" type="pres">
      <dgm:prSet presAssocID="{2806280F-4C87-4785-A52C-0717D349EF8E}" presName="Accent" presStyleLbl="node1" presStyleIdx="6" presStyleCnt="7"/>
      <dgm:spPr/>
    </dgm:pt>
    <dgm:pt modelId="{C865F6FD-4322-4EED-972C-10C459902DB3}" type="pres">
      <dgm:prSet presAssocID="{2806280F-4C87-4785-A52C-0717D349EF8E}" presName="ParentBackground1" presStyleCnt="0"/>
      <dgm:spPr/>
    </dgm:pt>
    <dgm:pt modelId="{CF03DEB1-5397-446D-91CB-DF747D63966D}" type="pres">
      <dgm:prSet presAssocID="{2806280F-4C87-4785-A52C-0717D349EF8E}" presName="ParentBackground" presStyleLbl="fgAcc1" presStyleIdx="6" presStyleCnt="7"/>
      <dgm:spPr/>
    </dgm:pt>
    <dgm:pt modelId="{CDE89AE5-CFCA-47FC-AA1B-13D0A5471914}" type="pres">
      <dgm:prSet presAssocID="{2806280F-4C87-4785-A52C-0717D349EF8E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39257B15-3835-4A0B-A61D-A2BB829AF4F7}" type="presOf" srcId="{1C726FD4-B47B-491F-BBC3-156285B967AE}" destId="{958C58C4-4485-4FFA-BBFC-575F2D8D9646}" srcOrd="0" destOrd="0" presId="urn:microsoft.com/office/officeart/2011/layout/CircleProcess"/>
    <dgm:cxn modelId="{0523B417-7FDA-426C-B26A-F04886BB4E35}" srcId="{9B5F9560-FD62-4319-8C7E-DE37CCDE04C8}" destId="{8392F565-27E2-465C-A10A-DBF915BD2A4B}" srcOrd="2" destOrd="0" parTransId="{92BA68B5-E9DF-4443-839E-C9FF0DD78E61}" sibTransId="{3EDBB4EA-8EFE-4632-8ABC-FCDCAE392073}"/>
    <dgm:cxn modelId="{F28D951D-E299-4755-A276-90A65E3AB2B8}" srcId="{9B5F9560-FD62-4319-8C7E-DE37CCDE04C8}" destId="{63164138-901A-4C34-8957-3313F7874DF6}" srcOrd="3" destOrd="0" parTransId="{AEAA9ED9-7B5D-4E38-AF31-39653581743F}" sibTransId="{C5BD9F76-5C3C-4D7E-A353-1EDCF4459B3D}"/>
    <dgm:cxn modelId="{BEAB0629-DF2A-4EB6-AE72-D57A7331108B}" type="presOf" srcId="{7E61D80D-7828-4026-A51E-B33AF53B59E1}" destId="{E9A2F503-B053-4D97-A757-0FD75723C7B1}" srcOrd="0" destOrd="0" presId="urn:microsoft.com/office/officeart/2011/layout/CircleProcess"/>
    <dgm:cxn modelId="{246D6134-38DE-42A0-96A5-2B7FDA2BD8F3}" srcId="{9B5F9560-FD62-4319-8C7E-DE37CCDE04C8}" destId="{5071A05F-7AEE-4E9B-8EB3-54CB4F18930C}" srcOrd="5" destOrd="0" parTransId="{E33EA208-B1E3-431B-8E87-017A037496E6}" sibTransId="{0BDBFB42-DF01-4410-A874-351CBD2DE010}"/>
    <dgm:cxn modelId="{C2324F38-3BEB-44AB-A3BC-7DE4EB9A1D77}" type="presOf" srcId="{2806280F-4C87-4785-A52C-0717D349EF8E}" destId="{CDE89AE5-CFCA-47FC-AA1B-13D0A5471914}" srcOrd="1" destOrd="0" presId="urn:microsoft.com/office/officeart/2011/layout/CircleProcess"/>
    <dgm:cxn modelId="{F829433C-0311-4CE3-BE65-37280D89D860}" srcId="{9B5F9560-FD62-4319-8C7E-DE37CCDE04C8}" destId="{1C726FD4-B47B-491F-BBC3-156285B967AE}" srcOrd="6" destOrd="0" parTransId="{44429AE6-5FAC-4F85-A7D3-5C2F44B934A0}" sibTransId="{99EF2C0A-E5E9-4ADA-B1EA-96292811EB1B}"/>
    <dgm:cxn modelId="{5150A560-5D69-4770-97A0-96D670C53689}" type="presOf" srcId="{25A1BC7E-66F6-4826-ABB4-48D9C23C5C9F}" destId="{F3FC5852-3C94-4D1E-AA84-0C863A279D7D}" srcOrd="1" destOrd="0" presId="urn:microsoft.com/office/officeart/2011/layout/CircleProcess"/>
    <dgm:cxn modelId="{84251F68-857D-4943-869A-F1154C2BC3AE}" srcId="{9B5F9560-FD62-4319-8C7E-DE37CCDE04C8}" destId="{7E61D80D-7828-4026-A51E-B33AF53B59E1}" srcOrd="4" destOrd="0" parTransId="{17A28139-95AC-436E-81E7-58329651217F}" sibTransId="{8E1A960C-F810-4E2F-8C9D-61FD08369AF5}"/>
    <dgm:cxn modelId="{7F734C4A-1A79-4C0D-8E07-A456F8743A88}" srcId="{9B5F9560-FD62-4319-8C7E-DE37CCDE04C8}" destId="{25A1BC7E-66F6-4826-ABB4-48D9C23C5C9F}" srcOrd="1" destOrd="0" parTransId="{43FE0ADC-E9FC-466F-B2F0-5B3D9F27BD38}" sibTransId="{03DEAB67-BD90-4E16-BD62-6CF7985BF683}"/>
    <dgm:cxn modelId="{6D323471-6614-4A79-B637-05AA883D042D}" type="presOf" srcId="{9B5F9560-FD62-4319-8C7E-DE37CCDE04C8}" destId="{180562B2-3E79-4C26-89FB-5635F2BF0A2F}" srcOrd="0" destOrd="0" presId="urn:microsoft.com/office/officeart/2011/layout/CircleProcess"/>
    <dgm:cxn modelId="{3E7A1252-08F8-4B35-982D-3DF7095146F8}" type="presOf" srcId="{63164138-901A-4C34-8957-3313F7874DF6}" destId="{2DF7F2AE-CBDA-4907-B103-D2EBD5E975CF}" srcOrd="0" destOrd="0" presId="urn:microsoft.com/office/officeart/2011/layout/CircleProcess"/>
    <dgm:cxn modelId="{9E5AC354-EF6A-417E-A200-8B50BBDDDC11}" type="presOf" srcId="{1C726FD4-B47B-491F-BBC3-156285B967AE}" destId="{CF577DD5-8943-4D35-BC46-B09C0EE02E8D}" srcOrd="1" destOrd="0" presId="urn:microsoft.com/office/officeart/2011/layout/CircleProcess"/>
    <dgm:cxn modelId="{C457A47D-2328-459B-B788-F3FAAE7E05BA}" type="presOf" srcId="{63164138-901A-4C34-8957-3313F7874DF6}" destId="{EB2C627A-3185-4934-963B-85F71C7DD0F2}" srcOrd="1" destOrd="0" presId="urn:microsoft.com/office/officeart/2011/layout/CircleProcess"/>
    <dgm:cxn modelId="{220FF383-D430-4EDA-97CD-A3AF4D15973B}" type="presOf" srcId="{8392F565-27E2-465C-A10A-DBF915BD2A4B}" destId="{BD92F756-110D-4894-8E09-6DDA22604AEE}" srcOrd="0" destOrd="0" presId="urn:microsoft.com/office/officeart/2011/layout/CircleProcess"/>
    <dgm:cxn modelId="{542CAD8F-7BCC-4E97-AC53-73B086AC9B8D}" srcId="{9B5F9560-FD62-4319-8C7E-DE37CCDE04C8}" destId="{2806280F-4C87-4785-A52C-0717D349EF8E}" srcOrd="0" destOrd="0" parTransId="{B6D08A1F-4B34-40CD-89C6-4D1207B3191D}" sibTransId="{AD9164F8-4F90-4866-9419-6873349075B2}"/>
    <dgm:cxn modelId="{7F5F9294-A5E1-499D-98D3-1CE34004F08A}" type="presOf" srcId="{2806280F-4C87-4785-A52C-0717D349EF8E}" destId="{CF03DEB1-5397-446D-91CB-DF747D63966D}" srcOrd="0" destOrd="0" presId="urn:microsoft.com/office/officeart/2011/layout/CircleProcess"/>
    <dgm:cxn modelId="{D32921A0-2613-4503-AA9F-3938264B00CA}" type="presOf" srcId="{8392F565-27E2-465C-A10A-DBF915BD2A4B}" destId="{ED6D6398-6C9E-40A7-9CC2-0B50B40093A5}" srcOrd="1" destOrd="0" presId="urn:microsoft.com/office/officeart/2011/layout/CircleProcess"/>
    <dgm:cxn modelId="{0361E1A3-AC23-4C30-A22F-6F698BB1A84C}" type="presOf" srcId="{7E61D80D-7828-4026-A51E-B33AF53B59E1}" destId="{17B038B2-A283-4142-8373-614D6C86C140}" srcOrd="1" destOrd="0" presId="urn:microsoft.com/office/officeart/2011/layout/CircleProcess"/>
    <dgm:cxn modelId="{6A13D3C2-060E-4E70-9E01-007D4F5EB0E9}" type="presOf" srcId="{25A1BC7E-66F6-4826-ABB4-48D9C23C5C9F}" destId="{54E8371D-ED29-43D0-BDD9-1D873BEF626B}" srcOrd="0" destOrd="0" presId="urn:microsoft.com/office/officeart/2011/layout/CircleProcess"/>
    <dgm:cxn modelId="{8E0575C5-1E00-47E1-9821-7A8B125D7A3A}" type="presOf" srcId="{5071A05F-7AEE-4E9B-8EB3-54CB4F18930C}" destId="{8DABA49D-D871-4BDB-BCA5-41F8D28CE2C8}" srcOrd="0" destOrd="0" presId="urn:microsoft.com/office/officeart/2011/layout/CircleProcess"/>
    <dgm:cxn modelId="{BA21F6E6-B2B1-422F-BFB6-8CFBD9E02618}" type="presOf" srcId="{5071A05F-7AEE-4E9B-8EB3-54CB4F18930C}" destId="{47908A7C-00B6-46F8-8BC7-79A7F1AC35AC}" srcOrd="1" destOrd="0" presId="urn:microsoft.com/office/officeart/2011/layout/CircleProcess"/>
    <dgm:cxn modelId="{484733DC-490A-48BB-84B5-B764C450B7DC}" type="presParOf" srcId="{180562B2-3E79-4C26-89FB-5635F2BF0A2F}" destId="{DF9E4B53-415C-4EBF-B2A4-67EFE105F57B}" srcOrd="0" destOrd="0" presId="urn:microsoft.com/office/officeart/2011/layout/CircleProcess"/>
    <dgm:cxn modelId="{F4ECEE20-6D64-4372-9C5F-2054F7D2D9D7}" type="presParOf" srcId="{DF9E4B53-415C-4EBF-B2A4-67EFE105F57B}" destId="{E8822E67-67C6-47A1-B524-6F0FEC4EE393}" srcOrd="0" destOrd="0" presId="urn:microsoft.com/office/officeart/2011/layout/CircleProcess"/>
    <dgm:cxn modelId="{E8AEE6AB-15BB-4264-B510-6644212FF111}" type="presParOf" srcId="{180562B2-3E79-4C26-89FB-5635F2BF0A2F}" destId="{B32C536F-052B-4ACF-B89E-C09595217D6B}" srcOrd="1" destOrd="0" presId="urn:microsoft.com/office/officeart/2011/layout/CircleProcess"/>
    <dgm:cxn modelId="{31596C32-8C7B-48DD-8A32-72F07D099E3C}" type="presParOf" srcId="{B32C536F-052B-4ACF-B89E-C09595217D6B}" destId="{958C58C4-4485-4FFA-BBFC-575F2D8D9646}" srcOrd="0" destOrd="0" presId="urn:microsoft.com/office/officeart/2011/layout/CircleProcess"/>
    <dgm:cxn modelId="{FEB46993-A4BA-4571-8B14-EBDC4CA20634}" type="presParOf" srcId="{180562B2-3E79-4C26-89FB-5635F2BF0A2F}" destId="{CF577DD5-8943-4D35-BC46-B09C0EE02E8D}" srcOrd="2" destOrd="0" presId="urn:microsoft.com/office/officeart/2011/layout/CircleProcess"/>
    <dgm:cxn modelId="{52628F61-89B1-4BA2-AA0B-495A2EDF8EC3}" type="presParOf" srcId="{180562B2-3E79-4C26-89FB-5635F2BF0A2F}" destId="{BBE34412-4EE9-49A4-9ADD-F3E8E155332A}" srcOrd="3" destOrd="0" presId="urn:microsoft.com/office/officeart/2011/layout/CircleProcess"/>
    <dgm:cxn modelId="{62277B73-EBEB-42AE-88C7-2A7D60489902}" type="presParOf" srcId="{BBE34412-4EE9-49A4-9ADD-F3E8E155332A}" destId="{C0E3286C-6897-45CB-AAB9-04A89B1D633F}" srcOrd="0" destOrd="0" presId="urn:microsoft.com/office/officeart/2011/layout/CircleProcess"/>
    <dgm:cxn modelId="{5CD455B1-7008-41F7-A134-2B5297C35B91}" type="presParOf" srcId="{180562B2-3E79-4C26-89FB-5635F2BF0A2F}" destId="{190D99BA-4343-41D3-BA63-295F226B41C2}" srcOrd="4" destOrd="0" presId="urn:microsoft.com/office/officeart/2011/layout/CircleProcess"/>
    <dgm:cxn modelId="{956E9CD9-46C9-47E4-AB70-4D25AC9D8033}" type="presParOf" srcId="{190D99BA-4343-41D3-BA63-295F226B41C2}" destId="{8DABA49D-D871-4BDB-BCA5-41F8D28CE2C8}" srcOrd="0" destOrd="0" presId="urn:microsoft.com/office/officeart/2011/layout/CircleProcess"/>
    <dgm:cxn modelId="{6D10CF69-94E6-4F58-BB0E-CFC4379896C7}" type="presParOf" srcId="{180562B2-3E79-4C26-89FB-5635F2BF0A2F}" destId="{47908A7C-00B6-46F8-8BC7-79A7F1AC35AC}" srcOrd="5" destOrd="0" presId="urn:microsoft.com/office/officeart/2011/layout/CircleProcess"/>
    <dgm:cxn modelId="{C9F84F17-FF27-46AC-8D06-CB1BE199F37C}" type="presParOf" srcId="{180562B2-3E79-4C26-89FB-5635F2BF0A2F}" destId="{27AAD785-2CC0-49E1-9495-6E189ADBA995}" srcOrd="6" destOrd="0" presId="urn:microsoft.com/office/officeart/2011/layout/CircleProcess"/>
    <dgm:cxn modelId="{E142B1E7-B96E-4EF0-BF53-679C41F9ED0E}" type="presParOf" srcId="{27AAD785-2CC0-49E1-9495-6E189ADBA995}" destId="{B46C7D5E-37FA-4C5A-A877-AD4231183706}" srcOrd="0" destOrd="0" presId="urn:microsoft.com/office/officeart/2011/layout/CircleProcess"/>
    <dgm:cxn modelId="{A1C3DD5C-8AFF-4DED-85C9-799D52481CA5}" type="presParOf" srcId="{180562B2-3E79-4C26-89FB-5635F2BF0A2F}" destId="{1F622971-83AA-4C22-BE72-52C2CC6E4647}" srcOrd="7" destOrd="0" presId="urn:microsoft.com/office/officeart/2011/layout/CircleProcess"/>
    <dgm:cxn modelId="{241832C2-02E2-44ED-BED2-0FB2A4106566}" type="presParOf" srcId="{1F622971-83AA-4C22-BE72-52C2CC6E4647}" destId="{E9A2F503-B053-4D97-A757-0FD75723C7B1}" srcOrd="0" destOrd="0" presId="urn:microsoft.com/office/officeart/2011/layout/CircleProcess"/>
    <dgm:cxn modelId="{92629E15-52F7-48CA-988C-1E5606BD1021}" type="presParOf" srcId="{180562B2-3E79-4C26-89FB-5635F2BF0A2F}" destId="{17B038B2-A283-4142-8373-614D6C86C140}" srcOrd="8" destOrd="0" presId="urn:microsoft.com/office/officeart/2011/layout/CircleProcess"/>
    <dgm:cxn modelId="{2D782351-0AF3-4848-A094-A9E4D4901E43}" type="presParOf" srcId="{180562B2-3E79-4C26-89FB-5635F2BF0A2F}" destId="{B484BFC2-FF23-433B-9DE2-F8FEF9657DB5}" srcOrd="9" destOrd="0" presId="urn:microsoft.com/office/officeart/2011/layout/CircleProcess"/>
    <dgm:cxn modelId="{DEA4E577-A696-4949-A5F7-88120F9DB4EC}" type="presParOf" srcId="{B484BFC2-FF23-433B-9DE2-F8FEF9657DB5}" destId="{3BA36DF7-2AAA-4FA6-ACF5-A2AECC4DA601}" srcOrd="0" destOrd="0" presId="urn:microsoft.com/office/officeart/2011/layout/CircleProcess"/>
    <dgm:cxn modelId="{3A1604C6-157D-4E7A-8ABD-938919A57E63}" type="presParOf" srcId="{180562B2-3E79-4C26-89FB-5635F2BF0A2F}" destId="{B27D2BD7-EF4A-4EA9-BC91-C0C03C8752AB}" srcOrd="10" destOrd="0" presId="urn:microsoft.com/office/officeart/2011/layout/CircleProcess"/>
    <dgm:cxn modelId="{D1AB5D53-314C-474E-8CEB-927E7AE5784A}" type="presParOf" srcId="{B27D2BD7-EF4A-4EA9-BC91-C0C03C8752AB}" destId="{2DF7F2AE-CBDA-4907-B103-D2EBD5E975CF}" srcOrd="0" destOrd="0" presId="urn:microsoft.com/office/officeart/2011/layout/CircleProcess"/>
    <dgm:cxn modelId="{6279C2C8-E682-47BD-AF00-2751ABF47A6F}" type="presParOf" srcId="{180562B2-3E79-4C26-89FB-5635F2BF0A2F}" destId="{EB2C627A-3185-4934-963B-85F71C7DD0F2}" srcOrd="11" destOrd="0" presId="urn:microsoft.com/office/officeart/2011/layout/CircleProcess"/>
    <dgm:cxn modelId="{F104F3C0-D4C1-4636-87CA-F2E961D52847}" type="presParOf" srcId="{180562B2-3E79-4C26-89FB-5635F2BF0A2F}" destId="{91BC6B77-5064-44C8-A42B-FB5AAF90937F}" srcOrd="12" destOrd="0" presId="urn:microsoft.com/office/officeart/2011/layout/CircleProcess"/>
    <dgm:cxn modelId="{5D6F86B1-68D6-4BD9-87CF-B45426FD8971}" type="presParOf" srcId="{91BC6B77-5064-44C8-A42B-FB5AAF90937F}" destId="{1BB57F0D-F53E-42C6-A28C-C84135D16E6F}" srcOrd="0" destOrd="0" presId="urn:microsoft.com/office/officeart/2011/layout/CircleProcess"/>
    <dgm:cxn modelId="{6198A6E9-FCE6-495E-8B31-79735FA585AE}" type="presParOf" srcId="{180562B2-3E79-4C26-89FB-5635F2BF0A2F}" destId="{ADB2EA7A-7774-414B-AD8E-3248148B3EC6}" srcOrd="13" destOrd="0" presId="urn:microsoft.com/office/officeart/2011/layout/CircleProcess"/>
    <dgm:cxn modelId="{7D26E5FB-2444-4590-A1D7-D681EE69B9C5}" type="presParOf" srcId="{ADB2EA7A-7774-414B-AD8E-3248148B3EC6}" destId="{BD92F756-110D-4894-8E09-6DDA22604AEE}" srcOrd="0" destOrd="0" presId="urn:microsoft.com/office/officeart/2011/layout/CircleProcess"/>
    <dgm:cxn modelId="{76B6904A-7F33-4CAB-BE46-16B617B6393B}" type="presParOf" srcId="{180562B2-3E79-4C26-89FB-5635F2BF0A2F}" destId="{ED6D6398-6C9E-40A7-9CC2-0B50B40093A5}" srcOrd="14" destOrd="0" presId="urn:microsoft.com/office/officeart/2011/layout/CircleProcess"/>
    <dgm:cxn modelId="{976ECC4D-B061-4F7A-9FB5-59D8AB348722}" type="presParOf" srcId="{180562B2-3E79-4C26-89FB-5635F2BF0A2F}" destId="{4C2992C0-23DD-46AB-BB75-8A120C063097}" srcOrd="15" destOrd="0" presId="urn:microsoft.com/office/officeart/2011/layout/CircleProcess"/>
    <dgm:cxn modelId="{36069666-4D32-4613-8CE5-887E99926166}" type="presParOf" srcId="{4C2992C0-23DD-46AB-BB75-8A120C063097}" destId="{F5ED935B-F7EC-4DFE-B443-4CC1BE540C96}" srcOrd="0" destOrd="0" presId="urn:microsoft.com/office/officeart/2011/layout/CircleProcess"/>
    <dgm:cxn modelId="{87CDA91C-3C9B-4F45-AFC7-74D560C7CBB9}" type="presParOf" srcId="{180562B2-3E79-4C26-89FB-5635F2BF0A2F}" destId="{DC6FA030-0533-4F8C-A57A-305E6C400C43}" srcOrd="16" destOrd="0" presId="urn:microsoft.com/office/officeart/2011/layout/CircleProcess"/>
    <dgm:cxn modelId="{A1F875D8-9049-4B20-B34C-2F1B3BD1F403}" type="presParOf" srcId="{DC6FA030-0533-4F8C-A57A-305E6C400C43}" destId="{54E8371D-ED29-43D0-BDD9-1D873BEF626B}" srcOrd="0" destOrd="0" presId="urn:microsoft.com/office/officeart/2011/layout/CircleProcess"/>
    <dgm:cxn modelId="{F1A2CE10-23E5-4CF7-8819-D5973588FFF4}" type="presParOf" srcId="{180562B2-3E79-4C26-89FB-5635F2BF0A2F}" destId="{F3FC5852-3C94-4D1E-AA84-0C863A279D7D}" srcOrd="17" destOrd="0" presId="urn:microsoft.com/office/officeart/2011/layout/CircleProcess"/>
    <dgm:cxn modelId="{31FDDE04-A17A-43F6-916F-16FCDFE1545A}" type="presParOf" srcId="{180562B2-3E79-4C26-89FB-5635F2BF0A2F}" destId="{890A226D-2AB2-4200-A47B-D38B9A29D2FA}" srcOrd="18" destOrd="0" presId="urn:microsoft.com/office/officeart/2011/layout/CircleProcess"/>
    <dgm:cxn modelId="{98763222-4844-4987-BC20-B82D45BE263C}" type="presParOf" srcId="{890A226D-2AB2-4200-A47B-D38B9A29D2FA}" destId="{4A0A6270-8CAC-4E27-A279-C655DDE38388}" srcOrd="0" destOrd="0" presId="urn:microsoft.com/office/officeart/2011/layout/CircleProcess"/>
    <dgm:cxn modelId="{2604E9F1-7986-4608-9D4C-68D906E18321}" type="presParOf" srcId="{180562B2-3E79-4C26-89FB-5635F2BF0A2F}" destId="{C865F6FD-4322-4EED-972C-10C459902DB3}" srcOrd="19" destOrd="0" presId="urn:microsoft.com/office/officeart/2011/layout/CircleProcess"/>
    <dgm:cxn modelId="{3FC13F58-9A20-4B2D-952E-81B0389B7001}" type="presParOf" srcId="{C865F6FD-4322-4EED-972C-10C459902DB3}" destId="{CF03DEB1-5397-446D-91CB-DF747D63966D}" srcOrd="0" destOrd="0" presId="urn:microsoft.com/office/officeart/2011/layout/CircleProcess"/>
    <dgm:cxn modelId="{066571E8-27EB-4D67-9ACF-D58AEB4F82F2}" type="presParOf" srcId="{180562B2-3E79-4C26-89FB-5635F2BF0A2F}" destId="{CDE89AE5-CFCA-47FC-AA1B-13D0A5471914}" srcOrd="20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B9DB01-3DB8-470E-9CE6-774A8FD49A93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1932B7-A0F3-48DE-AAC0-5188FBBCD966}">
      <dgm:prSet custT="1"/>
      <dgm:spPr/>
      <dgm:t>
        <a:bodyPr/>
        <a:lstStyle/>
        <a:p>
          <a:r>
            <a:rPr lang="en-US" sz="1800" dirty="0"/>
            <a:t>RFT in operator identification</a:t>
          </a:r>
        </a:p>
      </dgm:t>
    </dgm:pt>
    <dgm:pt modelId="{DC98BA9D-7660-4E0A-8188-C8C4ED5E9272}" type="parTrans" cxnId="{C8227310-2140-4431-8B85-075E20785363}">
      <dgm:prSet/>
      <dgm:spPr/>
      <dgm:t>
        <a:bodyPr/>
        <a:lstStyle/>
        <a:p>
          <a:endParaRPr lang="en-US" sz="1800"/>
        </a:p>
      </dgm:t>
    </dgm:pt>
    <dgm:pt modelId="{1FDDB6CE-1999-474F-AC6A-8F483B6D2AFF}" type="sibTrans" cxnId="{C8227310-2140-4431-8B85-075E20785363}">
      <dgm:prSet/>
      <dgm:spPr/>
      <dgm:t>
        <a:bodyPr/>
        <a:lstStyle/>
        <a:p>
          <a:endParaRPr lang="en-US" sz="1800"/>
        </a:p>
      </dgm:t>
    </dgm:pt>
    <dgm:pt modelId="{3A71F47D-6441-4441-90A0-83BD4F9B2082}">
      <dgm:prSet custT="1"/>
      <dgm:spPr/>
      <dgm:t>
        <a:bodyPr/>
        <a:lstStyle/>
        <a:p>
          <a:r>
            <a:rPr lang="en-US" sz="1800" dirty="0"/>
            <a:t>Less communication loops</a:t>
          </a:r>
        </a:p>
      </dgm:t>
    </dgm:pt>
    <dgm:pt modelId="{96EE8D7A-F14F-4916-85FB-F73818349AF5}" type="parTrans" cxnId="{EAD5A6A1-64E7-4A11-91DC-0070E803512C}">
      <dgm:prSet/>
      <dgm:spPr/>
      <dgm:t>
        <a:bodyPr/>
        <a:lstStyle/>
        <a:p>
          <a:endParaRPr lang="en-US" sz="1800"/>
        </a:p>
      </dgm:t>
    </dgm:pt>
    <dgm:pt modelId="{F261B638-5658-4C5A-98F8-355B024A3CB7}" type="sibTrans" cxnId="{EAD5A6A1-64E7-4A11-91DC-0070E803512C}">
      <dgm:prSet/>
      <dgm:spPr/>
      <dgm:t>
        <a:bodyPr/>
        <a:lstStyle/>
        <a:p>
          <a:endParaRPr lang="en-US" sz="1800"/>
        </a:p>
      </dgm:t>
    </dgm:pt>
    <dgm:pt modelId="{95CBAD65-F228-4A81-9F21-29CE8D1A9F09}">
      <dgm:prSet custT="1"/>
      <dgm:spPr/>
      <dgm:t>
        <a:bodyPr/>
        <a:lstStyle/>
        <a:p>
          <a:r>
            <a:rPr lang="en-US" sz="1800" dirty="0"/>
            <a:t>Faster correction</a:t>
          </a:r>
        </a:p>
      </dgm:t>
    </dgm:pt>
    <dgm:pt modelId="{EA95ADBF-C675-4F2A-A3D3-188856E364B5}" type="parTrans" cxnId="{3665C065-0E63-4319-A4C7-48776515B162}">
      <dgm:prSet/>
      <dgm:spPr/>
      <dgm:t>
        <a:bodyPr/>
        <a:lstStyle/>
        <a:p>
          <a:endParaRPr lang="en-US" sz="1800"/>
        </a:p>
      </dgm:t>
    </dgm:pt>
    <dgm:pt modelId="{1AC8D8BC-DE12-4E4D-B062-A60608B2CBA9}" type="sibTrans" cxnId="{3665C065-0E63-4319-A4C7-48776515B162}">
      <dgm:prSet/>
      <dgm:spPr/>
      <dgm:t>
        <a:bodyPr/>
        <a:lstStyle/>
        <a:p>
          <a:endParaRPr lang="en-US" sz="1800"/>
        </a:p>
      </dgm:t>
    </dgm:pt>
    <dgm:pt modelId="{89685EEB-02A5-45AF-A2A2-2EF241545C54}">
      <dgm:prSet custT="1"/>
      <dgm:spPr/>
      <dgm:t>
        <a:bodyPr/>
        <a:lstStyle/>
        <a:p>
          <a:r>
            <a:rPr lang="en-US" sz="1800" dirty="0"/>
            <a:t>Improved traceability and compliance</a:t>
          </a:r>
        </a:p>
      </dgm:t>
    </dgm:pt>
    <dgm:pt modelId="{F60A21CE-C071-42E6-94E4-38D86FB8C064}" type="parTrans" cxnId="{5B9B1DC0-0919-4F20-AEE2-04681F9F5F5E}">
      <dgm:prSet/>
      <dgm:spPr/>
      <dgm:t>
        <a:bodyPr/>
        <a:lstStyle/>
        <a:p>
          <a:endParaRPr lang="en-US" sz="1800"/>
        </a:p>
      </dgm:t>
    </dgm:pt>
    <dgm:pt modelId="{9E3283B7-A11E-49E8-9121-46AB9DA18C7E}" type="sibTrans" cxnId="{5B9B1DC0-0919-4F20-AEE2-04681F9F5F5E}">
      <dgm:prSet/>
      <dgm:spPr/>
      <dgm:t>
        <a:bodyPr/>
        <a:lstStyle/>
        <a:p>
          <a:endParaRPr lang="en-US" sz="1800"/>
        </a:p>
      </dgm:t>
    </dgm:pt>
    <dgm:pt modelId="{DF79B583-DA98-43BE-8B31-71FBD8423DBB}" type="pres">
      <dgm:prSet presAssocID="{F6B9DB01-3DB8-470E-9CE6-774A8FD49A93}" presName="Name0" presStyleCnt="0">
        <dgm:presLayoutVars>
          <dgm:dir/>
          <dgm:resizeHandles val="exact"/>
        </dgm:presLayoutVars>
      </dgm:prSet>
      <dgm:spPr/>
    </dgm:pt>
    <dgm:pt modelId="{2970B075-F78E-4552-AAC6-F7A0DA60E59A}" type="pres">
      <dgm:prSet presAssocID="{F6B9DB01-3DB8-470E-9CE6-774A8FD49A93}" presName="arrow" presStyleLbl="bgShp" presStyleIdx="0" presStyleCnt="1"/>
      <dgm:spPr/>
    </dgm:pt>
    <dgm:pt modelId="{98331A10-6158-4D7A-A402-D396027D9FA4}" type="pres">
      <dgm:prSet presAssocID="{F6B9DB01-3DB8-470E-9CE6-774A8FD49A93}" presName="points" presStyleCnt="0"/>
      <dgm:spPr/>
    </dgm:pt>
    <dgm:pt modelId="{5DEE9080-1690-4077-AE0C-B139334A9D55}" type="pres">
      <dgm:prSet presAssocID="{F11932B7-A0F3-48DE-AAC0-5188FBBCD966}" presName="compositeA" presStyleCnt="0"/>
      <dgm:spPr/>
    </dgm:pt>
    <dgm:pt modelId="{A8E4137E-6432-46FC-8CA4-CB86FB9294B1}" type="pres">
      <dgm:prSet presAssocID="{F11932B7-A0F3-48DE-AAC0-5188FBBCD966}" presName="textA" presStyleLbl="revTx" presStyleIdx="0" presStyleCnt="4">
        <dgm:presLayoutVars>
          <dgm:bulletEnabled val="1"/>
        </dgm:presLayoutVars>
      </dgm:prSet>
      <dgm:spPr/>
    </dgm:pt>
    <dgm:pt modelId="{37872792-EDB5-48A6-B453-3B0852AB8FF9}" type="pres">
      <dgm:prSet presAssocID="{F11932B7-A0F3-48DE-AAC0-5188FBBCD966}" presName="circleA" presStyleLbl="node1" presStyleIdx="0" presStyleCnt="4"/>
      <dgm:spPr/>
    </dgm:pt>
    <dgm:pt modelId="{04B806B1-8D7B-4943-B174-99367E9EF628}" type="pres">
      <dgm:prSet presAssocID="{F11932B7-A0F3-48DE-AAC0-5188FBBCD966}" presName="spaceA" presStyleCnt="0"/>
      <dgm:spPr/>
    </dgm:pt>
    <dgm:pt modelId="{B7BD1F26-858B-452E-BF20-48C42BC5C114}" type="pres">
      <dgm:prSet presAssocID="{1FDDB6CE-1999-474F-AC6A-8F483B6D2AFF}" presName="space" presStyleCnt="0"/>
      <dgm:spPr/>
    </dgm:pt>
    <dgm:pt modelId="{8B884707-4B63-4593-9F51-56008EDBA7AB}" type="pres">
      <dgm:prSet presAssocID="{3A71F47D-6441-4441-90A0-83BD4F9B2082}" presName="compositeB" presStyleCnt="0"/>
      <dgm:spPr/>
    </dgm:pt>
    <dgm:pt modelId="{3A210696-C4F6-407E-AE0C-7CCD86F3AED1}" type="pres">
      <dgm:prSet presAssocID="{3A71F47D-6441-4441-90A0-83BD4F9B2082}" presName="textB" presStyleLbl="revTx" presStyleIdx="1" presStyleCnt="4" custScaleX="110616">
        <dgm:presLayoutVars>
          <dgm:bulletEnabled val="1"/>
        </dgm:presLayoutVars>
      </dgm:prSet>
      <dgm:spPr/>
    </dgm:pt>
    <dgm:pt modelId="{53DAD8A4-9E18-4F48-8EA8-7B63F08F4737}" type="pres">
      <dgm:prSet presAssocID="{3A71F47D-6441-4441-90A0-83BD4F9B2082}" presName="circleB" presStyleLbl="node1" presStyleIdx="1" presStyleCnt="4"/>
      <dgm:spPr/>
    </dgm:pt>
    <dgm:pt modelId="{B02896D4-3D9E-4C06-8FCF-EEE862A9BC42}" type="pres">
      <dgm:prSet presAssocID="{3A71F47D-6441-4441-90A0-83BD4F9B2082}" presName="spaceB" presStyleCnt="0"/>
      <dgm:spPr/>
    </dgm:pt>
    <dgm:pt modelId="{1F13AADD-66EC-42ED-BDEC-AF0719EC9234}" type="pres">
      <dgm:prSet presAssocID="{F261B638-5658-4C5A-98F8-355B024A3CB7}" presName="space" presStyleCnt="0"/>
      <dgm:spPr/>
    </dgm:pt>
    <dgm:pt modelId="{4D6EB16C-75D1-41B7-8604-6D0B2D76D869}" type="pres">
      <dgm:prSet presAssocID="{95CBAD65-F228-4A81-9F21-29CE8D1A9F09}" presName="compositeA" presStyleCnt="0"/>
      <dgm:spPr/>
    </dgm:pt>
    <dgm:pt modelId="{F5B9E98E-D3D9-4237-A8C4-382D0FBE12CB}" type="pres">
      <dgm:prSet presAssocID="{95CBAD65-F228-4A81-9F21-29CE8D1A9F09}" presName="textA" presStyleLbl="revTx" presStyleIdx="2" presStyleCnt="4">
        <dgm:presLayoutVars>
          <dgm:bulletEnabled val="1"/>
        </dgm:presLayoutVars>
      </dgm:prSet>
      <dgm:spPr/>
    </dgm:pt>
    <dgm:pt modelId="{B6B01FD9-BA33-402E-BF34-5CF9F14C312C}" type="pres">
      <dgm:prSet presAssocID="{95CBAD65-F228-4A81-9F21-29CE8D1A9F09}" presName="circleA" presStyleLbl="node1" presStyleIdx="2" presStyleCnt="4"/>
      <dgm:spPr/>
    </dgm:pt>
    <dgm:pt modelId="{13146D7A-1465-4AF3-B2CA-D495F10E085B}" type="pres">
      <dgm:prSet presAssocID="{95CBAD65-F228-4A81-9F21-29CE8D1A9F09}" presName="spaceA" presStyleCnt="0"/>
      <dgm:spPr/>
    </dgm:pt>
    <dgm:pt modelId="{46181197-5F6C-43CD-AB3C-A5BF04FFD8D7}" type="pres">
      <dgm:prSet presAssocID="{1AC8D8BC-DE12-4E4D-B062-A60608B2CBA9}" presName="space" presStyleCnt="0"/>
      <dgm:spPr/>
    </dgm:pt>
    <dgm:pt modelId="{8022746F-B72C-45C5-A97C-96A6CCE6EC47}" type="pres">
      <dgm:prSet presAssocID="{89685EEB-02A5-45AF-A2A2-2EF241545C54}" presName="compositeB" presStyleCnt="0"/>
      <dgm:spPr/>
    </dgm:pt>
    <dgm:pt modelId="{64703CDD-6E4D-4683-8BE0-78C61B408EBD}" type="pres">
      <dgm:prSet presAssocID="{89685EEB-02A5-45AF-A2A2-2EF241545C54}" presName="textB" presStyleLbl="revTx" presStyleIdx="3" presStyleCnt="4" custScaleX="123971">
        <dgm:presLayoutVars>
          <dgm:bulletEnabled val="1"/>
        </dgm:presLayoutVars>
      </dgm:prSet>
      <dgm:spPr/>
    </dgm:pt>
    <dgm:pt modelId="{5FA40319-3102-4CB2-85F6-A8BD551E2080}" type="pres">
      <dgm:prSet presAssocID="{89685EEB-02A5-45AF-A2A2-2EF241545C54}" presName="circleB" presStyleLbl="node1" presStyleIdx="3" presStyleCnt="4"/>
      <dgm:spPr/>
    </dgm:pt>
    <dgm:pt modelId="{805A84F6-81C4-40B9-8815-79F7D6EC8845}" type="pres">
      <dgm:prSet presAssocID="{89685EEB-02A5-45AF-A2A2-2EF241545C54}" presName="spaceB" presStyleCnt="0"/>
      <dgm:spPr/>
    </dgm:pt>
  </dgm:ptLst>
  <dgm:cxnLst>
    <dgm:cxn modelId="{C8227310-2140-4431-8B85-075E20785363}" srcId="{F6B9DB01-3DB8-470E-9CE6-774A8FD49A93}" destId="{F11932B7-A0F3-48DE-AAC0-5188FBBCD966}" srcOrd="0" destOrd="0" parTransId="{DC98BA9D-7660-4E0A-8188-C8C4ED5E9272}" sibTransId="{1FDDB6CE-1999-474F-AC6A-8F483B6D2AFF}"/>
    <dgm:cxn modelId="{F9D35A62-3588-4EA6-91A3-859B149878A7}" type="presOf" srcId="{3A71F47D-6441-4441-90A0-83BD4F9B2082}" destId="{3A210696-C4F6-407E-AE0C-7CCD86F3AED1}" srcOrd="0" destOrd="0" presId="urn:microsoft.com/office/officeart/2005/8/layout/hProcess11"/>
    <dgm:cxn modelId="{3665C065-0E63-4319-A4C7-48776515B162}" srcId="{F6B9DB01-3DB8-470E-9CE6-774A8FD49A93}" destId="{95CBAD65-F228-4A81-9F21-29CE8D1A9F09}" srcOrd="2" destOrd="0" parTransId="{EA95ADBF-C675-4F2A-A3D3-188856E364B5}" sibTransId="{1AC8D8BC-DE12-4E4D-B062-A60608B2CBA9}"/>
    <dgm:cxn modelId="{5BD5A34A-DB4D-4060-9EA3-8C63187CEECD}" type="presOf" srcId="{95CBAD65-F228-4A81-9F21-29CE8D1A9F09}" destId="{F5B9E98E-D3D9-4237-A8C4-382D0FBE12CB}" srcOrd="0" destOrd="0" presId="urn:microsoft.com/office/officeart/2005/8/layout/hProcess11"/>
    <dgm:cxn modelId="{FDA2E987-B413-4EFF-B1E9-04B49BF814A4}" type="presOf" srcId="{89685EEB-02A5-45AF-A2A2-2EF241545C54}" destId="{64703CDD-6E4D-4683-8BE0-78C61B408EBD}" srcOrd="0" destOrd="0" presId="urn:microsoft.com/office/officeart/2005/8/layout/hProcess11"/>
    <dgm:cxn modelId="{BB9CF792-77F2-41A7-8CFC-6F7E657E14F0}" type="presOf" srcId="{F11932B7-A0F3-48DE-AAC0-5188FBBCD966}" destId="{A8E4137E-6432-46FC-8CA4-CB86FB9294B1}" srcOrd="0" destOrd="0" presId="urn:microsoft.com/office/officeart/2005/8/layout/hProcess11"/>
    <dgm:cxn modelId="{EAD5A6A1-64E7-4A11-91DC-0070E803512C}" srcId="{F6B9DB01-3DB8-470E-9CE6-774A8FD49A93}" destId="{3A71F47D-6441-4441-90A0-83BD4F9B2082}" srcOrd="1" destOrd="0" parTransId="{96EE8D7A-F14F-4916-85FB-F73818349AF5}" sibTransId="{F261B638-5658-4C5A-98F8-355B024A3CB7}"/>
    <dgm:cxn modelId="{5B9B1DC0-0919-4F20-AEE2-04681F9F5F5E}" srcId="{F6B9DB01-3DB8-470E-9CE6-774A8FD49A93}" destId="{89685EEB-02A5-45AF-A2A2-2EF241545C54}" srcOrd="3" destOrd="0" parTransId="{F60A21CE-C071-42E6-94E4-38D86FB8C064}" sibTransId="{9E3283B7-A11E-49E8-9121-46AB9DA18C7E}"/>
    <dgm:cxn modelId="{1E98F1F0-E14B-4CDD-A233-B757AF655059}" type="presOf" srcId="{F6B9DB01-3DB8-470E-9CE6-774A8FD49A93}" destId="{DF79B583-DA98-43BE-8B31-71FBD8423DBB}" srcOrd="0" destOrd="0" presId="urn:microsoft.com/office/officeart/2005/8/layout/hProcess11"/>
    <dgm:cxn modelId="{C71B7F02-3C3F-4EC7-92AC-CEA5B99C108D}" type="presParOf" srcId="{DF79B583-DA98-43BE-8B31-71FBD8423DBB}" destId="{2970B075-F78E-4552-AAC6-F7A0DA60E59A}" srcOrd="0" destOrd="0" presId="urn:microsoft.com/office/officeart/2005/8/layout/hProcess11"/>
    <dgm:cxn modelId="{0CF7A737-55B0-4826-8CD7-0415DC733C51}" type="presParOf" srcId="{DF79B583-DA98-43BE-8B31-71FBD8423DBB}" destId="{98331A10-6158-4D7A-A402-D396027D9FA4}" srcOrd="1" destOrd="0" presId="urn:microsoft.com/office/officeart/2005/8/layout/hProcess11"/>
    <dgm:cxn modelId="{C691A7B7-2BE5-42A3-BB4B-90368C4C93D8}" type="presParOf" srcId="{98331A10-6158-4D7A-A402-D396027D9FA4}" destId="{5DEE9080-1690-4077-AE0C-B139334A9D55}" srcOrd="0" destOrd="0" presId="urn:microsoft.com/office/officeart/2005/8/layout/hProcess11"/>
    <dgm:cxn modelId="{DECA4EE9-1B40-4289-8CFE-983AD6717A00}" type="presParOf" srcId="{5DEE9080-1690-4077-AE0C-B139334A9D55}" destId="{A8E4137E-6432-46FC-8CA4-CB86FB9294B1}" srcOrd="0" destOrd="0" presId="urn:microsoft.com/office/officeart/2005/8/layout/hProcess11"/>
    <dgm:cxn modelId="{E3848DCD-C501-44BA-882A-75D209A855B1}" type="presParOf" srcId="{5DEE9080-1690-4077-AE0C-B139334A9D55}" destId="{37872792-EDB5-48A6-B453-3B0852AB8FF9}" srcOrd="1" destOrd="0" presId="urn:microsoft.com/office/officeart/2005/8/layout/hProcess11"/>
    <dgm:cxn modelId="{E53AE59A-A125-48E8-A5BF-43D215F7B9CA}" type="presParOf" srcId="{5DEE9080-1690-4077-AE0C-B139334A9D55}" destId="{04B806B1-8D7B-4943-B174-99367E9EF628}" srcOrd="2" destOrd="0" presId="urn:microsoft.com/office/officeart/2005/8/layout/hProcess11"/>
    <dgm:cxn modelId="{2D8BC3C9-322E-4085-899D-8C6E9BCB4E98}" type="presParOf" srcId="{98331A10-6158-4D7A-A402-D396027D9FA4}" destId="{B7BD1F26-858B-452E-BF20-48C42BC5C114}" srcOrd="1" destOrd="0" presId="urn:microsoft.com/office/officeart/2005/8/layout/hProcess11"/>
    <dgm:cxn modelId="{61A99331-728A-4534-AA0C-F84DB7639E83}" type="presParOf" srcId="{98331A10-6158-4D7A-A402-D396027D9FA4}" destId="{8B884707-4B63-4593-9F51-56008EDBA7AB}" srcOrd="2" destOrd="0" presId="urn:microsoft.com/office/officeart/2005/8/layout/hProcess11"/>
    <dgm:cxn modelId="{381C1899-F332-4975-9267-011C1A848CE8}" type="presParOf" srcId="{8B884707-4B63-4593-9F51-56008EDBA7AB}" destId="{3A210696-C4F6-407E-AE0C-7CCD86F3AED1}" srcOrd="0" destOrd="0" presId="urn:microsoft.com/office/officeart/2005/8/layout/hProcess11"/>
    <dgm:cxn modelId="{F2096246-3190-4B92-8A99-3CED47920A19}" type="presParOf" srcId="{8B884707-4B63-4593-9F51-56008EDBA7AB}" destId="{53DAD8A4-9E18-4F48-8EA8-7B63F08F4737}" srcOrd="1" destOrd="0" presId="urn:microsoft.com/office/officeart/2005/8/layout/hProcess11"/>
    <dgm:cxn modelId="{419A43E2-3CDB-469E-B9DC-16B823B6033C}" type="presParOf" srcId="{8B884707-4B63-4593-9F51-56008EDBA7AB}" destId="{B02896D4-3D9E-4C06-8FCF-EEE862A9BC42}" srcOrd="2" destOrd="0" presId="urn:microsoft.com/office/officeart/2005/8/layout/hProcess11"/>
    <dgm:cxn modelId="{70ECB289-43B1-449B-80EA-90BC56616AD8}" type="presParOf" srcId="{98331A10-6158-4D7A-A402-D396027D9FA4}" destId="{1F13AADD-66EC-42ED-BDEC-AF0719EC9234}" srcOrd="3" destOrd="0" presId="urn:microsoft.com/office/officeart/2005/8/layout/hProcess11"/>
    <dgm:cxn modelId="{6E299713-9DA4-4D12-B1BD-50BBAC144B8B}" type="presParOf" srcId="{98331A10-6158-4D7A-A402-D396027D9FA4}" destId="{4D6EB16C-75D1-41B7-8604-6D0B2D76D869}" srcOrd="4" destOrd="0" presId="urn:microsoft.com/office/officeart/2005/8/layout/hProcess11"/>
    <dgm:cxn modelId="{56AF97C2-C1DB-4B74-ACA3-CFF97346820E}" type="presParOf" srcId="{4D6EB16C-75D1-41B7-8604-6D0B2D76D869}" destId="{F5B9E98E-D3D9-4237-A8C4-382D0FBE12CB}" srcOrd="0" destOrd="0" presId="urn:microsoft.com/office/officeart/2005/8/layout/hProcess11"/>
    <dgm:cxn modelId="{D4EB101D-BE4A-4F7C-95B0-83382F71C3E6}" type="presParOf" srcId="{4D6EB16C-75D1-41B7-8604-6D0B2D76D869}" destId="{B6B01FD9-BA33-402E-BF34-5CF9F14C312C}" srcOrd="1" destOrd="0" presId="urn:microsoft.com/office/officeart/2005/8/layout/hProcess11"/>
    <dgm:cxn modelId="{C6BE9B1E-3F02-43EB-9FF9-F8E9CD875BA3}" type="presParOf" srcId="{4D6EB16C-75D1-41B7-8604-6D0B2D76D869}" destId="{13146D7A-1465-4AF3-B2CA-D495F10E085B}" srcOrd="2" destOrd="0" presId="urn:microsoft.com/office/officeart/2005/8/layout/hProcess11"/>
    <dgm:cxn modelId="{32B1CCE6-AB61-409E-B90D-5AAD79D510B2}" type="presParOf" srcId="{98331A10-6158-4D7A-A402-D396027D9FA4}" destId="{46181197-5F6C-43CD-AB3C-A5BF04FFD8D7}" srcOrd="5" destOrd="0" presId="urn:microsoft.com/office/officeart/2005/8/layout/hProcess11"/>
    <dgm:cxn modelId="{1124E6CE-3FBD-4D78-8268-D9788BF47401}" type="presParOf" srcId="{98331A10-6158-4D7A-A402-D396027D9FA4}" destId="{8022746F-B72C-45C5-A97C-96A6CCE6EC47}" srcOrd="6" destOrd="0" presId="urn:microsoft.com/office/officeart/2005/8/layout/hProcess11"/>
    <dgm:cxn modelId="{E32837B5-AE7F-4AE9-904A-AC7FDB589C9E}" type="presParOf" srcId="{8022746F-B72C-45C5-A97C-96A6CCE6EC47}" destId="{64703CDD-6E4D-4683-8BE0-78C61B408EBD}" srcOrd="0" destOrd="0" presId="urn:microsoft.com/office/officeart/2005/8/layout/hProcess11"/>
    <dgm:cxn modelId="{4A4A958D-0607-47B5-AD5C-16B163874DAA}" type="presParOf" srcId="{8022746F-B72C-45C5-A97C-96A6CCE6EC47}" destId="{5FA40319-3102-4CB2-85F6-A8BD551E2080}" srcOrd="1" destOrd="0" presId="urn:microsoft.com/office/officeart/2005/8/layout/hProcess11"/>
    <dgm:cxn modelId="{175EAE90-F5C7-4331-8A5C-15DE670C0E3C}" type="presParOf" srcId="{8022746F-B72C-45C5-A97C-96A6CCE6EC47}" destId="{805A84F6-81C4-40B9-8815-79F7D6EC884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22E67-67C6-47A1-B524-6F0FEC4EE393}">
      <dsp:nvSpPr>
        <dsp:cNvPr id="0" name=""/>
        <dsp:cNvSpPr/>
      </dsp:nvSpPr>
      <dsp:spPr>
        <a:xfrm>
          <a:off x="10467933" y="741231"/>
          <a:ext cx="1617818" cy="1617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C58C4-4485-4FFA-BBFC-575F2D8D9646}">
      <dsp:nvSpPr>
        <dsp:cNvPr id="0" name=""/>
        <dsp:cNvSpPr/>
      </dsp:nvSpPr>
      <dsp:spPr>
        <a:xfrm>
          <a:off x="10522896" y="795152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7. Expected Results</a:t>
          </a:r>
          <a:endParaRPr lang="en-US" sz="1800" kern="1200" dirty="0"/>
        </a:p>
      </dsp:txBody>
      <dsp:txXfrm>
        <a:off x="10737968" y="1010833"/>
        <a:ext cx="1077749" cy="1078120"/>
      </dsp:txXfrm>
    </dsp:sp>
    <dsp:sp modelId="{C0E3286C-6897-45CB-AAB9-04A89B1D633F}">
      <dsp:nvSpPr>
        <dsp:cNvPr id="0" name=""/>
        <dsp:cNvSpPr/>
      </dsp:nvSpPr>
      <dsp:spPr>
        <a:xfrm rot="2700000">
          <a:off x="8797152" y="741050"/>
          <a:ext cx="1617402" cy="161740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BA49D-D871-4BDB-BCA5-41F8D28CE2C8}">
      <dsp:nvSpPr>
        <dsp:cNvPr id="0" name=""/>
        <dsp:cNvSpPr/>
      </dsp:nvSpPr>
      <dsp:spPr>
        <a:xfrm>
          <a:off x="8851309" y="795152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6. Technical strategy</a:t>
          </a:r>
          <a:endParaRPr lang="en-US" sz="1800" kern="1200" dirty="0"/>
        </a:p>
      </dsp:txBody>
      <dsp:txXfrm>
        <a:off x="9066381" y="1010833"/>
        <a:ext cx="1077749" cy="1078120"/>
      </dsp:txXfrm>
    </dsp:sp>
    <dsp:sp modelId="{B46C7D5E-37FA-4C5A-A877-AD4231183706}">
      <dsp:nvSpPr>
        <dsp:cNvPr id="0" name=""/>
        <dsp:cNvSpPr/>
      </dsp:nvSpPr>
      <dsp:spPr>
        <a:xfrm rot="2700000">
          <a:off x="7126760" y="741050"/>
          <a:ext cx="1617402" cy="161740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2F503-B053-4D97-A757-0FD75723C7B1}">
      <dsp:nvSpPr>
        <dsp:cNvPr id="0" name=""/>
        <dsp:cNvSpPr/>
      </dsp:nvSpPr>
      <dsp:spPr>
        <a:xfrm>
          <a:off x="7179723" y="795152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5. Challenges</a:t>
          </a:r>
          <a:endParaRPr lang="en-US" sz="1800" kern="1200" dirty="0"/>
        </a:p>
      </dsp:txBody>
      <dsp:txXfrm>
        <a:off x="7395990" y="1010833"/>
        <a:ext cx="1077749" cy="1078120"/>
      </dsp:txXfrm>
    </dsp:sp>
    <dsp:sp modelId="{3BA36DF7-2AAA-4FA6-ACF5-A2AECC4DA601}">
      <dsp:nvSpPr>
        <dsp:cNvPr id="0" name=""/>
        <dsp:cNvSpPr/>
      </dsp:nvSpPr>
      <dsp:spPr>
        <a:xfrm rot="2700000">
          <a:off x="5455174" y="741050"/>
          <a:ext cx="1617402" cy="161740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7F2AE-CBDA-4907-B103-D2EBD5E975CF}">
      <dsp:nvSpPr>
        <dsp:cNvPr id="0" name=""/>
        <dsp:cNvSpPr/>
      </dsp:nvSpPr>
      <dsp:spPr>
        <a:xfrm>
          <a:off x="5509331" y="795152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 Solution</a:t>
          </a:r>
          <a:endParaRPr lang="en-US" sz="1800" kern="1200" dirty="0"/>
        </a:p>
      </dsp:txBody>
      <dsp:txXfrm>
        <a:off x="5724403" y="1010833"/>
        <a:ext cx="1077749" cy="1078120"/>
      </dsp:txXfrm>
    </dsp:sp>
    <dsp:sp modelId="{1BB57F0D-F53E-42C6-A28C-C84135D16E6F}">
      <dsp:nvSpPr>
        <dsp:cNvPr id="0" name=""/>
        <dsp:cNvSpPr/>
      </dsp:nvSpPr>
      <dsp:spPr>
        <a:xfrm rot="2700000">
          <a:off x="3783587" y="741050"/>
          <a:ext cx="1617402" cy="161740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2F756-110D-4894-8E09-6DDA22604AEE}">
      <dsp:nvSpPr>
        <dsp:cNvPr id="0" name=""/>
        <dsp:cNvSpPr/>
      </dsp:nvSpPr>
      <dsp:spPr>
        <a:xfrm>
          <a:off x="3837745" y="795152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 Target Audience</a:t>
          </a:r>
          <a:endParaRPr lang="en-US" sz="1800" kern="1200" dirty="0"/>
        </a:p>
      </dsp:txBody>
      <dsp:txXfrm>
        <a:off x="4052817" y="1010833"/>
        <a:ext cx="1077749" cy="1078120"/>
      </dsp:txXfrm>
    </dsp:sp>
    <dsp:sp modelId="{F5ED935B-F7EC-4DFE-B443-4CC1BE540C96}">
      <dsp:nvSpPr>
        <dsp:cNvPr id="0" name=""/>
        <dsp:cNvSpPr/>
      </dsp:nvSpPr>
      <dsp:spPr>
        <a:xfrm rot="2700000">
          <a:off x="2113195" y="741050"/>
          <a:ext cx="1617402" cy="161740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8371D-ED29-43D0-BDD9-1D873BEF626B}">
      <dsp:nvSpPr>
        <dsp:cNvPr id="0" name=""/>
        <dsp:cNvSpPr/>
      </dsp:nvSpPr>
      <dsp:spPr>
        <a:xfrm>
          <a:off x="2166158" y="795152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Problem statement</a:t>
          </a:r>
          <a:endParaRPr lang="en-US" sz="1800" kern="1200" dirty="0"/>
        </a:p>
      </dsp:txBody>
      <dsp:txXfrm>
        <a:off x="2382425" y="1010833"/>
        <a:ext cx="1077749" cy="1078120"/>
      </dsp:txXfrm>
    </dsp:sp>
    <dsp:sp modelId="{4A0A6270-8CAC-4E27-A279-C655DDE38388}">
      <dsp:nvSpPr>
        <dsp:cNvPr id="0" name=""/>
        <dsp:cNvSpPr/>
      </dsp:nvSpPr>
      <dsp:spPr>
        <a:xfrm rot="2700000">
          <a:off x="441609" y="741050"/>
          <a:ext cx="1617402" cy="161740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3DEB1-5397-446D-91CB-DF747D63966D}">
      <dsp:nvSpPr>
        <dsp:cNvPr id="0" name=""/>
        <dsp:cNvSpPr/>
      </dsp:nvSpPr>
      <dsp:spPr>
        <a:xfrm>
          <a:off x="495766" y="795152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Motivation</a:t>
          </a:r>
        </a:p>
      </dsp:txBody>
      <dsp:txXfrm>
        <a:off x="710838" y="1010833"/>
        <a:ext cx="1077749" cy="1078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0B075-F78E-4552-AAC6-F7A0DA60E59A}">
      <dsp:nvSpPr>
        <dsp:cNvPr id="0" name=""/>
        <dsp:cNvSpPr/>
      </dsp:nvSpPr>
      <dsp:spPr>
        <a:xfrm>
          <a:off x="0" y="1588168"/>
          <a:ext cx="7764380" cy="211755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4137E-6432-46FC-8CA4-CB86FB9294B1}">
      <dsp:nvSpPr>
        <dsp:cNvPr id="0" name=""/>
        <dsp:cNvSpPr/>
      </dsp:nvSpPr>
      <dsp:spPr>
        <a:xfrm>
          <a:off x="223" y="0"/>
          <a:ext cx="1554202" cy="2117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RFT in operator identification</a:t>
          </a:r>
        </a:p>
      </dsp:txBody>
      <dsp:txXfrm>
        <a:off x="223" y="0"/>
        <a:ext cx="1554202" cy="2117558"/>
      </dsp:txXfrm>
    </dsp:sp>
    <dsp:sp modelId="{37872792-EDB5-48A6-B453-3B0852AB8FF9}">
      <dsp:nvSpPr>
        <dsp:cNvPr id="0" name=""/>
        <dsp:cNvSpPr/>
      </dsp:nvSpPr>
      <dsp:spPr>
        <a:xfrm>
          <a:off x="512630" y="2382252"/>
          <a:ext cx="529389" cy="5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10696-C4F6-407E-AE0C-7CCD86F3AED1}">
      <dsp:nvSpPr>
        <dsp:cNvPr id="0" name=""/>
        <dsp:cNvSpPr/>
      </dsp:nvSpPr>
      <dsp:spPr>
        <a:xfrm>
          <a:off x="1632136" y="3176337"/>
          <a:ext cx="1719197" cy="2117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Less communication loops</a:t>
          </a:r>
        </a:p>
      </dsp:txBody>
      <dsp:txXfrm>
        <a:off x="1632136" y="3176337"/>
        <a:ext cx="1719197" cy="2117558"/>
      </dsp:txXfrm>
    </dsp:sp>
    <dsp:sp modelId="{53DAD8A4-9E18-4F48-8EA8-7B63F08F4737}">
      <dsp:nvSpPr>
        <dsp:cNvPr id="0" name=""/>
        <dsp:cNvSpPr/>
      </dsp:nvSpPr>
      <dsp:spPr>
        <a:xfrm>
          <a:off x="2227040" y="2382252"/>
          <a:ext cx="529389" cy="5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9E98E-D3D9-4237-A8C4-382D0FBE12CB}">
      <dsp:nvSpPr>
        <dsp:cNvPr id="0" name=""/>
        <dsp:cNvSpPr/>
      </dsp:nvSpPr>
      <dsp:spPr>
        <a:xfrm>
          <a:off x="3429044" y="0"/>
          <a:ext cx="1554202" cy="2117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Faster correction</a:t>
          </a:r>
        </a:p>
      </dsp:txBody>
      <dsp:txXfrm>
        <a:off x="3429044" y="0"/>
        <a:ext cx="1554202" cy="2117558"/>
      </dsp:txXfrm>
    </dsp:sp>
    <dsp:sp modelId="{B6B01FD9-BA33-402E-BF34-5CF9F14C312C}">
      <dsp:nvSpPr>
        <dsp:cNvPr id="0" name=""/>
        <dsp:cNvSpPr/>
      </dsp:nvSpPr>
      <dsp:spPr>
        <a:xfrm>
          <a:off x="3941450" y="2382252"/>
          <a:ext cx="529389" cy="5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03CDD-6E4D-4683-8BE0-78C61B408EBD}">
      <dsp:nvSpPr>
        <dsp:cNvPr id="0" name=""/>
        <dsp:cNvSpPr/>
      </dsp:nvSpPr>
      <dsp:spPr>
        <a:xfrm>
          <a:off x="5060957" y="3176337"/>
          <a:ext cx="1926760" cy="2117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Improved traceability and compliance</a:t>
          </a:r>
        </a:p>
      </dsp:txBody>
      <dsp:txXfrm>
        <a:off x="5060957" y="3176337"/>
        <a:ext cx="1926760" cy="2117558"/>
      </dsp:txXfrm>
    </dsp:sp>
    <dsp:sp modelId="{5FA40319-3102-4CB2-85F6-A8BD551E2080}">
      <dsp:nvSpPr>
        <dsp:cNvPr id="0" name=""/>
        <dsp:cNvSpPr/>
      </dsp:nvSpPr>
      <dsp:spPr>
        <a:xfrm>
          <a:off x="5759642" y="2382252"/>
          <a:ext cx="529389" cy="5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0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20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5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6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8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6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3DFAE3-14DB-48A7-A80F-80DDB072CE3D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8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4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8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4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pt-PT" dirty="0"/>
              <a:t>SIGNATURES </a:t>
            </a:r>
            <a:r>
              <a:rPr lang="pt-PT" dirty="0" err="1"/>
              <a:t>Recognition</a:t>
            </a:r>
            <a:r>
              <a:rPr lang="pt-PT" dirty="0"/>
              <a:t> – Faissen Lordeiro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F45AC6-C491-4585-A584-9CE2AF7D5500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3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5134">
            <a:extLst>
              <a:ext uri="{FF2B5EF4-FFF2-40B4-BE49-F238E27FC236}">
                <a16:creationId xmlns:a16="http://schemas.microsoft.com/office/drawing/2014/main" id="{A11BE7D3-E276-2009-8A5C-8364461BFC58}"/>
              </a:ext>
            </a:extLst>
          </p:cNvPr>
          <p:cNvSpPr/>
          <p:nvPr/>
        </p:nvSpPr>
        <p:spPr>
          <a:xfrm>
            <a:off x="0" y="59145"/>
            <a:ext cx="12192000" cy="6798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32" name="Group 5131">
            <a:extLst>
              <a:ext uri="{FF2B5EF4-FFF2-40B4-BE49-F238E27FC236}">
                <a16:creationId xmlns:a16="http://schemas.microsoft.com/office/drawing/2014/main" id="{4CF755D8-E726-D315-A3AF-3EE9D2DD497B}"/>
              </a:ext>
            </a:extLst>
          </p:cNvPr>
          <p:cNvGrpSpPr/>
          <p:nvPr/>
        </p:nvGrpSpPr>
        <p:grpSpPr>
          <a:xfrm>
            <a:off x="-1" y="1"/>
            <a:ext cx="12192001" cy="6858000"/>
            <a:chOff x="-516196" y="0"/>
            <a:chExt cx="13594625" cy="815985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0F6AADE-5F98-A575-5CC0-6A40C7DFB9CD}"/>
                </a:ext>
              </a:extLst>
            </p:cNvPr>
            <p:cNvGrpSpPr/>
            <p:nvPr/>
          </p:nvGrpSpPr>
          <p:grpSpPr>
            <a:xfrm>
              <a:off x="-516195" y="0"/>
              <a:ext cx="13594620" cy="2718928"/>
              <a:chOff x="-1" y="0"/>
              <a:chExt cx="13594620" cy="271892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FED7653-77A6-5761-5270-8E28E6BAE077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4D195F35-E2EA-007E-F49D-8AC6C400DE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EE5D7C22-755E-7300-A509-A21BA281A9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C3C4486-97C1-E2E3-A433-49370F8C88F4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BBEB1DC4-7F6A-5FA4-3D1D-745CF8F35A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4D41E050-C390-09AF-A8DB-746A6FB7E4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1624736-A460-53F2-CF4E-01B74821E3B6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02B2923E-80EC-8936-C090-5EFDDB76BD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55A93B46-07DB-545A-D53C-B0FF5749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04A6D2A-EC80-48D7-45A6-4FBC981C2B9B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A524FB86-A6AD-89F6-1980-0FFA575978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242BEC4E-C37C-5E0F-DD93-8133BE5EE8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659CF5A-7182-6AC6-C166-6332B15A1C1B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70D34347-0C43-EC01-D330-3A5F64E7B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8A936CA4-A60B-2ED4-4516-F92A6D3749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29137FF-CEF7-DABC-A1B1-35B2B2B181BF}"/>
                </a:ext>
              </a:extLst>
            </p:cNvPr>
            <p:cNvGrpSpPr/>
            <p:nvPr/>
          </p:nvGrpSpPr>
          <p:grpSpPr>
            <a:xfrm>
              <a:off x="-516196" y="2718928"/>
              <a:ext cx="13594620" cy="2718928"/>
              <a:chOff x="-1" y="0"/>
              <a:chExt cx="13594620" cy="2718928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97C5326-B508-517D-E04F-16CC491749BE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2C773EA1-99FF-B7AF-088E-981924202D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A048887D-22EA-29C4-9A6D-80CA25F791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E1B6E974-C7DB-4294-4D50-B97083701FFA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133D10E1-B418-0518-790F-7637D42105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CD722E9A-EF90-637F-D0AA-731C98A801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C57C6952-79B5-0BA4-AC23-C47308000080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</p:grpSpPr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FC4729C6-C0DE-0CE5-3DCA-7FCB46C336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E3A99F82-5492-B4E6-44D5-E5D6B1114F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18CCA26-2650-40FD-1FEC-48E1649C9EE0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A51E70F5-76FD-CF69-5CAF-35371CFFAA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0A8E9BC-015E-634E-E84B-006160B82F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EA0E13C-30D1-1D56-36F8-BC06489A7342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</p:grpSpPr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41E91D13-FA9B-B4A7-26C3-FCEE5614D0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183C5374-5C8D-846B-8C49-38BFFDE6D9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9747A0C-292B-A4ED-B15A-5436D5CD7897}"/>
                </a:ext>
              </a:extLst>
            </p:cNvPr>
            <p:cNvGrpSpPr/>
            <p:nvPr/>
          </p:nvGrpSpPr>
          <p:grpSpPr>
            <a:xfrm>
              <a:off x="-516191" y="5440927"/>
              <a:ext cx="13594620" cy="2718928"/>
              <a:chOff x="-1" y="0"/>
              <a:chExt cx="13594620" cy="2718928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E623FFD-5E10-E05C-EAEE-BF4C7E58BBC2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</p:grpSpPr>
            <p:pic>
              <p:nvPicPr>
                <p:cNvPr id="5130" name="Picture 5129">
                  <a:extLst>
                    <a:ext uri="{FF2B5EF4-FFF2-40B4-BE49-F238E27FC236}">
                      <a16:creationId xmlns:a16="http://schemas.microsoft.com/office/drawing/2014/main" id="{E0FA7AEE-B06E-03EC-E56E-12E6E761AA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131" name="Picture 5130">
                  <a:extLst>
                    <a:ext uri="{FF2B5EF4-FFF2-40B4-BE49-F238E27FC236}">
                      <a16:creationId xmlns:a16="http://schemas.microsoft.com/office/drawing/2014/main" id="{0B77D8FF-B996-B0A3-ECAE-08243EBAD9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708D057-B0BD-5773-9F30-717AC0B2F522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</p:grpSpPr>
            <p:pic>
              <p:nvPicPr>
                <p:cNvPr id="5128" name="Picture 5127">
                  <a:extLst>
                    <a:ext uri="{FF2B5EF4-FFF2-40B4-BE49-F238E27FC236}">
                      <a16:creationId xmlns:a16="http://schemas.microsoft.com/office/drawing/2014/main" id="{97B557E6-2F7E-5C65-DCF5-187B3C8F1A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129" name="Picture 5128">
                  <a:extLst>
                    <a:ext uri="{FF2B5EF4-FFF2-40B4-BE49-F238E27FC236}">
                      <a16:creationId xmlns:a16="http://schemas.microsoft.com/office/drawing/2014/main" id="{C86E3809-920E-9204-61E6-A5DF132096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963C4FB7-4C65-2569-54BD-E0DEDD7BC6E6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</p:grpSpPr>
            <p:pic>
              <p:nvPicPr>
                <p:cNvPr id="5126" name="Picture 5125">
                  <a:extLst>
                    <a:ext uri="{FF2B5EF4-FFF2-40B4-BE49-F238E27FC236}">
                      <a16:creationId xmlns:a16="http://schemas.microsoft.com/office/drawing/2014/main" id="{4B9182FD-D215-3072-3C9C-9D788E9640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127" name="Picture 5126">
                  <a:extLst>
                    <a:ext uri="{FF2B5EF4-FFF2-40B4-BE49-F238E27FC236}">
                      <a16:creationId xmlns:a16="http://schemas.microsoft.com/office/drawing/2014/main" id="{7D780C9B-A628-01CF-E4F7-F1217F22E3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AD7726B0-DC41-FEDC-2E1F-DEC9D52A65E5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</p:grpSpPr>
            <p:pic>
              <p:nvPicPr>
                <p:cNvPr id="5124" name="Picture 5123">
                  <a:extLst>
                    <a:ext uri="{FF2B5EF4-FFF2-40B4-BE49-F238E27FC236}">
                      <a16:creationId xmlns:a16="http://schemas.microsoft.com/office/drawing/2014/main" id="{2BC2E47B-788C-6679-C3CD-9DD13AF50C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125" name="Picture 5124">
                  <a:extLst>
                    <a:ext uri="{FF2B5EF4-FFF2-40B4-BE49-F238E27FC236}">
                      <a16:creationId xmlns:a16="http://schemas.microsoft.com/office/drawing/2014/main" id="{43814A0F-A94B-2750-9ABB-CA86893F0B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  <p:grpSp>
            <p:nvGrpSpPr>
              <p:cNvPr id="5120" name="Group 5119">
                <a:extLst>
                  <a:ext uri="{FF2B5EF4-FFF2-40B4-BE49-F238E27FC236}">
                    <a16:creationId xmlns:a16="http://schemas.microsoft.com/office/drawing/2014/main" id="{4CBA3C87-FDE4-616B-F5B5-B1DAB58A2BA9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</p:grpSpPr>
            <p:pic>
              <p:nvPicPr>
                <p:cNvPr id="5121" name="Picture 5120">
                  <a:extLst>
                    <a:ext uri="{FF2B5EF4-FFF2-40B4-BE49-F238E27FC236}">
                      <a16:creationId xmlns:a16="http://schemas.microsoft.com/office/drawing/2014/main" id="{CF6CCA3F-7953-0C3D-05B0-1E907F06F4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</p:spPr>
            </p:pic>
            <p:pic>
              <p:nvPicPr>
                <p:cNvPr id="5123" name="Picture 5122">
                  <a:extLst>
                    <a:ext uri="{FF2B5EF4-FFF2-40B4-BE49-F238E27FC236}">
                      <a16:creationId xmlns:a16="http://schemas.microsoft.com/office/drawing/2014/main" id="{21C17C5A-EA7B-7A9A-3217-9F64AFD9C9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69EA717-D770-057A-4FD5-BA34ADFC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" y="2225997"/>
            <a:ext cx="12192002" cy="228513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Signatures Recognition Project</a:t>
            </a:r>
            <a:br>
              <a:rPr lang="en-US" b="1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16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D2CFF2-26B1-1F68-F184-9E96E8F8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5134">
            <a:extLst>
              <a:ext uri="{FF2B5EF4-FFF2-40B4-BE49-F238E27FC236}">
                <a16:creationId xmlns:a16="http://schemas.microsoft.com/office/drawing/2014/main" id="{176F9BDD-34C7-AF38-0F9F-59C9090CFC9D}"/>
              </a:ext>
            </a:extLst>
          </p:cNvPr>
          <p:cNvSpPr/>
          <p:nvPr/>
        </p:nvSpPr>
        <p:spPr>
          <a:xfrm>
            <a:off x="0" y="59145"/>
            <a:ext cx="12192000" cy="6798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32" name="Group 5131">
            <a:extLst>
              <a:ext uri="{FF2B5EF4-FFF2-40B4-BE49-F238E27FC236}">
                <a16:creationId xmlns:a16="http://schemas.microsoft.com/office/drawing/2014/main" id="{64954AAE-BEFD-59C8-6B46-B6C75737FC50}"/>
              </a:ext>
            </a:extLst>
          </p:cNvPr>
          <p:cNvGrpSpPr/>
          <p:nvPr/>
        </p:nvGrpSpPr>
        <p:grpSpPr>
          <a:xfrm>
            <a:off x="-1" y="1"/>
            <a:ext cx="12192001" cy="6858000"/>
            <a:chOff x="-516196" y="0"/>
            <a:chExt cx="13594625" cy="8159855"/>
          </a:xfrm>
          <a:solidFill>
            <a:schemeClr val="bg2"/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7D439F1-F3D0-A607-D090-88020C661F22}"/>
                </a:ext>
              </a:extLst>
            </p:cNvPr>
            <p:cNvGrpSpPr/>
            <p:nvPr/>
          </p:nvGrpSpPr>
          <p:grpSpPr>
            <a:xfrm>
              <a:off x="-516195" y="0"/>
              <a:ext cx="13594620" cy="2718928"/>
              <a:chOff x="-1" y="0"/>
              <a:chExt cx="13594620" cy="2718928"/>
            </a:xfrm>
            <a:grpFill/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640C0D7-32BC-9513-760E-F5367B9E5387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F90998A4-5EDA-7902-E0E5-1506FD245E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828DE0A9-2165-C50E-D797-1AAFAF1BC8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076EF6D-9635-CC2B-F082-DF0F5909BCFB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1A952A8E-0CD1-3C2F-5126-DAE2DABF24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5F36BDC-413F-C954-DE3C-4430BFAFD5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787516F-770E-D578-8E2B-6EA989890B04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CD31F78C-576C-BCA0-9D1E-AC516D2144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2C6677C7-89FA-38D5-1D6B-33CF9A395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8232FB2-8CBA-D88A-86CC-EC785775EF47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3AF70BD7-AE3D-AD2D-1689-3B8F41882C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09D1022D-ADD8-34E9-4F16-343C232CF5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9E3C640-8E16-7CDE-A8A5-F949452738A0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58073F4A-73EC-8DB5-E8D4-1C34B0C916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0563911A-08CA-D575-170B-3F6CC6679A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92E158D-2D65-F50B-1E4A-9BD089574250}"/>
                </a:ext>
              </a:extLst>
            </p:cNvPr>
            <p:cNvGrpSpPr/>
            <p:nvPr/>
          </p:nvGrpSpPr>
          <p:grpSpPr>
            <a:xfrm>
              <a:off x="-516196" y="2718928"/>
              <a:ext cx="13594620" cy="2718928"/>
              <a:chOff x="-1" y="0"/>
              <a:chExt cx="13594620" cy="2718928"/>
            </a:xfrm>
            <a:grpFill/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D2D0015-E1F3-689F-6E10-FF00946D4BDE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C3F122C8-7B37-12E5-F181-BB4C2A8F43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2401E23B-E406-81C3-6FA2-D55574B0C0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643F01BB-43E6-9CB8-5587-5E8FB966966C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19A7AF65-51FC-40AD-BCBA-A128CA6855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CC8F1656-F6B4-9D0D-8B64-FBE7356A76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A6D89CBB-FE1F-4A06-E3D9-8F08DDCB6478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E9272CF6-327B-CAA4-D3B0-3567F93F49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15A74310-FE43-29C9-3578-529C911749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53E3A94-BE4E-FB1B-6DFD-FEBB8433B965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63C3D853-0E92-DB4D-4E77-E9DC0FAE97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722E171-10D7-EAC2-1224-185268ED3D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427E369A-C8D0-0BBF-E14D-15BBD6C1CBFD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2659DC58-B950-A269-EDC1-01DDC70E42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FF2FF929-4B40-8929-61D4-DF374C5B2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42FE2E5-BA60-CF28-7C82-614C7B46004A}"/>
                </a:ext>
              </a:extLst>
            </p:cNvPr>
            <p:cNvGrpSpPr/>
            <p:nvPr/>
          </p:nvGrpSpPr>
          <p:grpSpPr>
            <a:xfrm>
              <a:off x="-516191" y="5440927"/>
              <a:ext cx="13594620" cy="2718928"/>
              <a:chOff x="-1" y="0"/>
              <a:chExt cx="13594620" cy="2718928"/>
            </a:xfrm>
            <a:grpFill/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ECFFCC11-F726-4576-44DB-36EB9C513264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30" name="Picture 5129">
                  <a:extLst>
                    <a:ext uri="{FF2B5EF4-FFF2-40B4-BE49-F238E27FC236}">
                      <a16:creationId xmlns:a16="http://schemas.microsoft.com/office/drawing/2014/main" id="{FCBED155-4D21-F3CC-9ADE-BAF524B28E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31" name="Picture 5130">
                  <a:extLst>
                    <a:ext uri="{FF2B5EF4-FFF2-40B4-BE49-F238E27FC236}">
                      <a16:creationId xmlns:a16="http://schemas.microsoft.com/office/drawing/2014/main" id="{00C7C662-BEB9-51D2-B9E2-D8F5ECDB08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E01C879-8738-0231-1AA0-CCEEB32D940E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8" name="Picture 5127">
                  <a:extLst>
                    <a:ext uri="{FF2B5EF4-FFF2-40B4-BE49-F238E27FC236}">
                      <a16:creationId xmlns:a16="http://schemas.microsoft.com/office/drawing/2014/main" id="{17CF0880-FC38-3040-3ACF-A2D05AC177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9" name="Picture 5128">
                  <a:extLst>
                    <a:ext uri="{FF2B5EF4-FFF2-40B4-BE49-F238E27FC236}">
                      <a16:creationId xmlns:a16="http://schemas.microsoft.com/office/drawing/2014/main" id="{19C97484-A5F6-B13E-A619-6965CA34FB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3C1CC0B-0FC9-4ABC-40E2-310712A8586A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6" name="Picture 5125">
                  <a:extLst>
                    <a:ext uri="{FF2B5EF4-FFF2-40B4-BE49-F238E27FC236}">
                      <a16:creationId xmlns:a16="http://schemas.microsoft.com/office/drawing/2014/main" id="{BC6F6DDE-9148-8A4B-4C19-5ECC68296E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7" name="Picture 5126">
                  <a:extLst>
                    <a:ext uri="{FF2B5EF4-FFF2-40B4-BE49-F238E27FC236}">
                      <a16:creationId xmlns:a16="http://schemas.microsoft.com/office/drawing/2014/main" id="{FBCB1818-3A09-2267-4272-ECC6D4861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C8DD71E-E5B7-4624-6DDF-52447DC85A9D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4" name="Picture 5123">
                  <a:extLst>
                    <a:ext uri="{FF2B5EF4-FFF2-40B4-BE49-F238E27FC236}">
                      <a16:creationId xmlns:a16="http://schemas.microsoft.com/office/drawing/2014/main" id="{7F366FC3-E2E5-FA0D-7477-96D2C13A8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5" name="Picture 5124">
                  <a:extLst>
                    <a:ext uri="{FF2B5EF4-FFF2-40B4-BE49-F238E27FC236}">
                      <a16:creationId xmlns:a16="http://schemas.microsoft.com/office/drawing/2014/main" id="{21E4B48B-228E-522D-03A5-7C72FDB530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5120" name="Group 5119">
                <a:extLst>
                  <a:ext uri="{FF2B5EF4-FFF2-40B4-BE49-F238E27FC236}">
                    <a16:creationId xmlns:a16="http://schemas.microsoft.com/office/drawing/2014/main" id="{BF774FE2-8049-57AA-7E4D-5C28E88DE34B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1" name="Picture 5120">
                  <a:extLst>
                    <a:ext uri="{FF2B5EF4-FFF2-40B4-BE49-F238E27FC236}">
                      <a16:creationId xmlns:a16="http://schemas.microsoft.com/office/drawing/2014/main" id="{DC169245-2CC6-8B1C-03AE-7C9C8C4EE3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3" name="Picture 5122">
                  <a:extLst>
                    <a:ext uri="{FF2B5EF4-FFF2-40B4-BE49-F238E27FC236}">
                      <a16:creationId xmlns:a16="http://schemas.microsoft.com/office/drawing/2014/main" id="{9A84061C-BC27-0E9B-87AC-2A7EC76FC4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2CD6B0F-B26E-8DC4-4C0B-596C1ED9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397" y="2344285"/>
            <a:ext cx="7595939" cy="21668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Signatures Recognition Project</a:t>
            </a:r>
            <a:br>
              <a:rPr lang="en-US" b="1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6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6E6D-5BEE-C263-5BD6-6D81A9DC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5134">
            <a:extLst>
              <a:ext uri="{FF2B5EF4-FFF2-40B4-BE49-F238E27FC236}">
                <a16:creationId xmlns:a16="http://schemas.microsoft.com/office/drawing/2014/main" id="{F5FE9303-E015-7F88-98A8-1C69D57BA0AD}"/>
              </a:ext>
            </a:extLst>
          </p:cNvPr>
          <p:cNvSpPr/>
          <p:nvPr/>
        </p:nvSpPr>
        <p:spPr>
          <a:xfrm>
            <a:off x="0" y="59145"/>
            <a:ext cx="12192000" cy="6798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32" name="Group 5131">
            <a:extLst>
              <a:ext uri="{FF2B5EF4-FFF2-40B4-BE49-F238E27FC236}">
                <a16:creationId xmlns:a16="http://schemas.microsoft.com/office/drawing/2014/main" id="{95FD45CB-5E29-4F11-2A80-EC6E9FDB8539}"/>
              </a:ext>
            </a:extLst>
          </p:cNvPr>
          <p:cNvGrpSpPr/>
          <p:nvPr/>
        </p:nvGrpSpPr>
        <p:grpSpPr>
          <a:xfrm>
            <a:off x="-1" y="1"/>
            <a:ext cx="12192001" cy="6858000"/>
            <a:chOff x="-516196" y="0"/>
            <a:chExt cx="13594625" cy="8159855"/>
          </a:xfrm>
          <a:solidFill>
            <a:schemeClr val="bg2"/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ADC4B8B-15B4-B927-5A47-C1BC48053E6E}"/>
                </a:ext>
              </a:extLst>
            </p:cNvPr>
            <p:cNvGrpSpPr/>
            <p:nvPr/>
          </p:nvGrpSpPr>
          <p:grpSpPr>
            <a:xfrm>
              <a:off x="-516195" y="0"/>
              <a:ext cx="13594620" cy="2718928"/>
              <a:chOff x="-1" y="0"/>
              <a:chExt cx="13594620" cy="2718928"/>
            </a:xfrm>
            <a:grpFill/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AA8B038-D48F-B6A8-E028-A414B98A071E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695ED61C-B933-BED8-20C2-3F8D4FB700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353EDE4D-3881-6568-E5DD-DDFF2A6B71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81D2A24-1DA6-DAD1-B57C-968E3FC4847E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608DCFD6-403E-D7CC-C414-7658C5FFC1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0A7777AF-40CD-A247-E102-6D09364448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B48DD94-44A7-E462-E5AE-9A08A2E91DDD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2499F22F-F979-E90F-1561-6791B2254F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C9C51A44-F0C3-510D-4B35-4B6444D37A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7AF8112-027E-259C-98A2-564F3F7E3128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017DB5F4-5671-EF70-19FB-B463FCEC34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2E09DF68-0082-C2AE-5A62-B9BB62976B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A48FAF0-2A3D-31DF-5546-252B124E0BB3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6B5EB17C-B7F8-C949-7554-A523D1187E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4AD4EAE4-6FF9-E355-52CD-258F9590DE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4F78083-4841-6114-3B52-1558987D1FA8}"/>
                </a:ext>
              </a:extLst>
            </p:cNvPr>
            <p:cNvGrpSpPr/>
            <p:nvPr/>
          </p:nvGrpSpPr>
          <p:grpSpPr>
            <a:xfrm>
              <a:off x="-516196" y="2718928"/>
              <a:ext cx="13594620" cy="2718928"/>
              <a:chOff x="-1" y="0"/>
              <a:chExt cx="13594620" cy="2718928"/>
            </a:xfrm>
            <a:grpFill/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D9AB271-71B6-3C5A-D713-F6750B217CBE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F58F0CB9-4D40-394C-013B-E7D5FA6612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8622A96E-8F94-6317-5522-A38D779FAD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510D78B-B90C-DA9C-23C1-512F958CE1FC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1A0BBEE2-2DCE-FE11-BFCE-6A696A961D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80FA620E-8D21-A087-2B18-CB71F3BAF2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C36AF891-1AC3-190D-07CE-D52DB958644A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CE586344-EA92-4D4C-0D3E-62571702AD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3214121C-DB9F-5EDA-94AF-61870C4DB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1AEA042-BCE1-E811-7BDE-C2DFBDE5E714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1F271B83-D474-63FA-2324-976183443D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CAEBFE8-8B7A-CEA8-D4F9-51F62865EF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D588E6-D76D-C4C2-8C8C-33429D5A93EB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97DC2EBB-2F40-F747-17EC-AC28A5ABA5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1696C766-3C2F-E805-D2CE-70404775D3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78CC8A5-0C31-FC6C-0A1E-BC77AEE27FE1}"/>
                </a:ext>
              </a:extLst>
            </p:cNvPr>
            <p:cNvGrpSpPr/>
            <p:nvPr/>
          </p:nvGrpSpPr>
          <p:grpSpPr>
            <a:xfrm>
              <a:off x="-516191" y="5440927"/>
              <a:ext cx="13594620" cy="2718928"/>
              <a:chOff x="-1" y="0"/>
              <a:chExt cx="13594620" cy="2718928"/>
            </a:xfrm>
            <a:grpFill/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9A464EAC-CB68-6757-8DBD-1E06EC3C77A8}"/>
                  </a:ext>
                </a:extLst>
              </p:cNvPr>
              <p:cNvGrpSpPr/>
              <p:nvPr/>
            </p:nvGrpSpPr>
            <p:grpSpPr>
              <a:xfrm>
                <a:off x="-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30" name="Picture 5129">
                  <a:extLst>
                    <a:ext uri="{FF2B5EF4-FFF2-40B4-BE49-F238E27FC236}">
                      <a16:creationId xmlns:a16="http://schemas.microsoft.com/office/drawing/2014/main" id="{1459A00B-D6D8-444C-46E1-35274B09AD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31" name="Picture 5130">
                  <a:extLst>
                    <a:ext uri="{FF2B5EF4-FFF2-40B4-BE49-F238E27FC236}">
                      <a16:creationId xmlns:a16="http://schemas.microsoft.com/office/drawing/2014/main" id="{569531FB-A632-547C-1D59-7B47172475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AD9986B6-106D-6493-6E9C-82F49D4C4576}"/>
                  </a:ext>
                </a:extLst>
              </p:cNvPr>
              <p:cNvGrpSpPr/>
              <p:nvPr/>
            </p:nvGrpSpPr>
            <p:grpSpPr>
              <a:xfrm>
                <a:off x="2718926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8" name="Picture 5127">
                  <a:extLst>
                    <a:ext uri="{FF2B5EF4-FFF2-40B4-BE49-F238E27FC236}">
                      <a16:creationId xmlns:a16="http://schemas.microsoft.com/office/drawing/2014/main" id="{C977B4D5-4419-03C0-4D52-DB90EFD9B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9" name="Picture 5128">
                  <a:extLst>
                    <a:ext uri="{FF2B5EF4-FFF2-40B4-BE49-F238E27FC236}">
                      <a16:creationId xmlns:a16="http://schemas.microsoft.com/office/drawing/2014/main" id="{9A006010-3B57-FE09-8967-10A0349EE9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484599A4-3B5E-88CF-4844-3415B068FF25}"/>
                  </a:ext>
                </a:extLst>
              </p:cNvPr>
              <p:cNvGrpSpPr/>
              <p:nvPr/>
            </p:nvGrpSpPr>
            <p:grpSpPr>
              <a:xfrm>
                <a:off x="543785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6" name="Picture 5125">
                  <a:extLst>
                    <a:ext uri="{FF2B5EF4-FFF2-40B4-BE49-F238E27FC236}">
                      <a16:creationId xmlns:a16="http://schemas.microsoft.com/office/drawing/2014/main" id="{BD4B20C4-3537-4A65-45B5-F03AA7B5A1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7" name="Picture 5126">
                  <a:extLst>
                    <a:ext uri="{FF2B5EF4-FFF2-40B4-BE49-F238E27FC236}">
                      <a16:creationId xmlns:a16="http://schemas.microsoft.com/office/drawing/2014/main" id="{451F2758-5153-4512-054E-C869E781F8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2B897EF-5C4B-28B4-27E1-C69986518C82}"/>
                  </a:ext>
                </a:extLst>
              </p:cNvPr>
              <p:cNvGrpSpPr/>
              <p:nvPr/>
            </p:nvGrpSpPr>
            <p:grpSpPr>
              <a:xfrm>
                <a:off x="8156773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4" name="Picture 5123">
                  <a:extLst>
                    <a:ext uri="{FF2B5EF4-FFF2-40B4-BE49-F238E27FC236}">
                      <a16:creationId xmlns:a16="http://schemas.microsoft.com/office/drawing/2014/main" id="{CEFFA9C4-E452-953A-5634-1B059CE177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5" name="Picture 5124">
                  <a:extLst>
                    <a:ext uri="{FF2B5EF4-FFF2-40B4-BE49-F238E27FC236}">
                      <a16:creationId xmlns:a16="http://schemas.microsoft.com/office/drawing/2014/main" id="{C56EEB3C-56AE-3A80-36B9-44E228AAE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5120" name="Group 5119">
                <a:extLst>
                  <a:ext uri="{FF2B5EF4-FFF2-40B4-BE49-F238E27FC236}">
                    <a16:creationId xmlns:a16="http://schemas.microsoft.com/office/drawing/2014/main" id="{D6298462-9D04-31E3-1C66-E493CEAB2443}"/>
                  </a:ext>
                </a:extLst>
              </p:cNvPr>
              <p:cNvGrpSpPr/>
              <p:nvPr/>
            </p:nvGrpSpPr>
            <p:grpSpPr>
              <a:xfrm>
                <a:off x="10875691" y="0"/>
                <a:ext cx="2718928" cy="2718928"/>
                <a:chOff x="-1" y="0"/>
                <a:chExt cx="2718928" cy="2718928"/>
              </a:xfrm>
              <a:grpFill/>
            </p:grpSpPr>
            <p:pic>
              <p:nvPicPr>
                <p:cNvPr id="5121" name="Picture 5120">
                  <a:extLst>
                    <a:ext uri="{FF2B5EF4-FFF2-40B4-BE49-F238E27FC236}">
                      <a16:creationId xmlns:a16="http://schemas.microsoft.com/office/drawing/2014/main" id="{A4340071-E8FB-35B4-B631-DA67A6033F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0" y="0"/>
                  <a:ext cx="2718927" cy="135946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123" name="Picture 5122">
                  <a:extLst>
                    <a:ext uri="{FF2B5EF4-FFF2-40B4-BE49-F238E27FC236}">
                      <a16:creationId xmlns:a16="http://schemas.microsoft.com/office/drawing/2014/main" id="{8A6509E2-04C4-0854-CE2A-28DE953694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 amt="50000"/>
                </a:blip>
                <a:stretch>
                  <a:fillRect/>
                </a:stretch>
              </p:blipFill>
              <p:spPr>
                <a:xfrm>
                  <a:off x="-1" y="1359464"/>
                  <a:ext cx="2718927" cy="1359464"/>
                </a:xfrm>
                <a:prstGeom prst="rect">
                  <a:avLst/>
                </a:prstGeom>
                <a:grpFill/>
              </p:spPr>
            </p:pic>
          </p:grp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FA7B4AD-C410-F364-5BC0-B43B425B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44285"/>
            <a:ext cx="12192000" cy="21668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Signatures Recognition Project</a:t>
            </a:r>
            <a:br>
              <a:rPr lang="en-US" b="1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50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37329F-3845-6A52-495A-211A5B44A9BD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7A417-BC83-A03A-E059-204713EF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Signature Recognition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BDFA-7D64-1BF7-2376-20D2CBE67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smart solution to identify handwritten signatures quickly and accurately.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72074CA-4D76-B376-E91A-741CD0B7C3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9274137"/>
              </p:ext>
            </p:extLst>
          </p:nvPr>
        </p:nvGraphicFramePr>
        <p:xfrm>
          <a:off x="0" y="2307662"/>
          <a:ext cx="12192000" cy="3099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27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7DC2-E482-EAA3-6D79-FFE542A1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3FF1C2-6EE6-3BD3-4A1F-C891BBE3D74A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D17F4-1EF5-7CF4-EE02-0AC9AB88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1.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F947-52D6-7EF1-F047-2C0939E7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engineer in the pharmaceutical industry</a:t>
            </a:r>
          </a:p>
          <a:p>
            <a:r>
              <a:rPr lang="en-US" dirty="0"/>
              <a:t>Documentation review process for compliance</a:t>
            </a:r>
          </a:p>
          <a:p>
            <a:pPr lvl="1"/>
            <a:r>
              <a:rPr lang="en-US" sz="2000" dirty="0"/>
              <a:t>Corrections from operational teams</a:t>
            </a:r>
          </a:p>
          <a:p>
            <a:pPr lvl="1"/>
            <a:r>
              <a:rPr lang="en-US" sz="2000" dirty="0"/>
              <a:t>Identified by the signature</a:t>
            </a:r>
          </a:p>
          <a:p>
            <a:pPr lvl="1"/>
            <a:r>
              <a:rPr lang="en-US" sz="2000" dirty="0"/>
              <a:t>Hard signatures traceability</a:t>
            </a:r>
          </a:p>
          <a:p>
            <a:pPr lvl="1"/>
            <a:r>
              <a:rPr lang="en-US" sz="2000" dirty="0"/>
              <a:t>5 operational areas × 4 shifts × 8 operators = 160 signatures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Identifying who signed a document is slow and often unclear.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210FAE-338B-3BBA-7F90-6B91B8B20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70" y="1958041"/>
            <a:ext cx="1691640" cy="1691640"/>
          </a:xfrm>
          <a:prstGeom prst="rect">
            <a:avLst/>
          </a:prstGeom>
        </p:spPr>
      </p:pic>
      <p:pic>
        <p:nvPicPr>
          <p:cNvPr id="1027" name="Picture 3" descr="Decrease - Free time and date icons">
            <a:extLst>
              <a:ext uri="{FF2B5EF4-FFF2-40B4-BE49-F238E27FC236}">
                <a16:creationId xmlns:a16="http://schemas.microsoft.com/office/drawing/2014/main" id="{EE1EE32F-B625-DC41-6FBD-DE9D8D187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291" y="4564228"/>
            <a:ext cx="1691641" cy="169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03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FC1DC-7CFC-59D3-08B9-F995D695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C79E57-D851-0D11-C712-A963BEB58D5F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7ACA3-E796-10BE-7CD4-1A634BE1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2.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43429-0375-0637-27BB-F23EE8193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In pharmaceutical manufacturing environments, documentation errors must be traced back to the responsible operator for correction. However, the only identifier available on many records is a handwritten signature, which is often ambiguous. With multiple areas, shifts and operators involved, manual identification becomes time-consuming and error-prone.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This leads to delays in correcting documentation, repeated communication loops, and increased risk of non-compliance. There is currently no efficient system to automatically identify or verify handwritten signatures within operational records.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70C0"/>
                </a:solidFill>
              </a:rPr>
              <a:t>How can we accurately and quickly identify the author of a handwritten signature in industrial documentation, without relying on manual recognition or personal memory?</a:t>
            </a:r>
          </a:p>
        </p:txBody>
      </p:sp>
    </p:spTree>
    <p:extLst>
      <p:ext uri="{BB962C8B-B14F-4D97-AF65-F5344CB8AC3E}">
        <p14:creationId xmlns:p14="http://schemas.microsoft.com/office/powerpoint/2010/main" val="377368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6410-209F-6012-8D64-9FE1C90C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A5D9DC-194B-F1F5-60C5-C65AC03117F6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C8BAD-62FE-6CF0-5114-B12E928F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3. 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EC78-7B2F-CE47-F565-1BEDBBDC1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Production engineers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Quality Assurance and documentation teams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Supervisors and operational managers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Potential expansion to any industry that needs signature identification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Healthcare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Logistics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Legal and compliance sectors</a:t>
            </a:r>
          </a:p>
        </p:txBody>
      </p:sp>
    </p:spTree>
    <p:extLst>
      <p:ext uri="{BB962C8B-B14F-4D97-AF65-F5344CB8AC3E}">
        <p14:creationId xmlns:p14="http://schemas.microsoft.com/office/powerpoint/2010/main" val="347049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2D72-E01F-D75E-A03C-A5229DEF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4D8910-3643-7B9C-C842-982208C334C9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F42D0-003A-ADD8-E8F8-06C23819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4.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9A8E8-0B3E-8EF8-0B25-C9D8B3EB1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proposes a practical and scalable solution to the challenge of identifying handwritten signatures in industrial documentation: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Signature Database  </a:t>
            </a:r>
          </a:p>
          <a:p>
            <a:pPr marL="292608" lvl="1" indent="0">
              <a:buNone/>
            </a:pPr>
            <a:r>
              <a:rPr lang="en-US" dirty="0"/>
              <a:t>Centralized repository that stores signature images alongside the identity of each operator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Feature Extraction with Computer Vision  </a:t>
            </a:r>
          </a:p>
          <a:p>
            <a:pPr marL="292608" lvl="1" indent="0">
              <a:buNone/>
            </a:pPr>
            <a:r>
              <a:rPr lang="en-US" dirty="0"/>
              <a:t>Uses ORB (Oriented FAST and Rotated BRIEF) descriptors to extract unique features from each signature image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Signature Comparison Engine  </a:t>
            </a:r>
          </a:p>
          <a:p>
            <a:pPr marL="292608" lvl="1" indent="0">
              <a:buNone/>
            </a:pPr>
            <a:r>
              <a:rPr lang="en-US" dirty="0"/>
              <a:t>Accepts a new signature (picture or scan) and compares it against the database</a:t>
            </a:r>
          </a:p>
          <a:p>
            <a:pPr marL="292608" lvl="1" indent="0">
              <a:buNone/>
            </a:pPr>
            <a:r>
              <a:rPr lang="en-US" dirty="0"/>
              <a:t>Returns the top 3 most similar signatures, enabling fast and confident identification of the author</a:t>
            </a:r>
          </a:p>
          <a:p>
            <a:pPr marL="292608" lvl="1" indent="0">
              <a:buNone/>
            </a:pPr>
            <a:r>
              <a:rPr lang="en-US" dirty="0"/>
              <a:t>The system is modular and adaptable to any sector where signature verification is needed</a:t>
            </a:r>
          </a:p>
        </p:txBody>
      </p:sp>
    </p:spTree>
    <p:extLst>
      <p:ext uri="{BB962C8B-B14F-4D97-AF65-F5344CB8AC3E}">
        <p14:creationId xmlns:p14="http://schemas.microsoft.com/office/powerpoint/2010/main" val="4251377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4BA9-2013-E691-131C-CFEEDCDA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0E250D-8BB4-7B15-9979-D548B47E5159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0F416-99DE-46A5-BA03-F284F908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5.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6348-40E0-15FC-7E25-E329E84F3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Signatures for testing</a:t>
            </a:r>
          </a:p>
          <a:p>
            <a:pPr marL="384048" marR="0" lvl="1" indent="-18288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4A66AC"/>
              </a:buClr>
              <a:buSzTx/>
              <a:buFont typeface="Calibri" pitchFamily="34" charset="0"/>
              <a:buChar char="◦"/>
              <a:tabLst/>
              <a:defRPr/>
            </a:pPr>
            <a:r>
              <a:rPr lang="en-US" sz="1600" dirty="0"/>
              <a:t>Create a realistic synthetic signature dataset</a:t>
            </a:r>
          </a:p>
          <a:p>
            <a:pPr marL="0" indent="0">
              <a:buNone/>
            </a:pPr>
            <a:r>
              <a:rPr lang="en-US" dirty="0"/>
              <a:t>Simple and free‑to‑use application</a:t>
            </a:r>
          </a:p>
          <a:p>
            <a:pPr lvl="1"/>
            <a:r>
              <a:rPr lang="en-US" sz="1600" dirty="0"/>
              <a:t>Develop an easy app to compare signatures with the database</a:t>
            </a:r>
          </a:p>
          <a:p>
            <a:pPr marL="0" indent="0">
              <a:buNone/>
            </a:pPr>
            <a:r>
              <a:rPr lang="en-US" dirty="0"/>
              <a:t>Signatures comparison and top matches definition</a:t>
            </a:r>
          </a:p>
          <a:p>
            <a:pPr lvl="1"/>
            <a:r>
              <a:rPr lang="en-US" sz="1600" dirty="0"/>
              <a:t>Define similarity thresholds</a:t>
            </a:r>
          </a:p>
          <a:p>
            <a:pPr lvl="1"/>
            <a:r>
              <a:rPr lang="en-US" sz="1600" dirty="0"/>
              <a:t>Handle low‑quality or unreadable images</a:t>
            </a:r>
          </a:p>
          <a:p>
            <a:pPr lvl="1"/>
            <a:r>
              <a:rPr lang="en-US" sz="1600" dirty="0"/>
              <a:t>Ensure accuracy with signatures that look alike</a:t>
            </a:r>
          </a:p>
        </p:txBody>
      </p:sp>
    </p:spTree>
    <p:extLst>
      <p:ext uri="{BB962C8B-B14F-4D97-AF65-F5344CB8AC3E}">
        <p14:creationId xmlns:p14="http://schemas.microsoft.com/office/powerpoint/2010/main" val="376362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C220B-6262-981B-5131-B8140291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AC928B-454C-E482-4D88-A3ACB9D2862D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E3C9D-24B1-B311-EA26-07AF7293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6. Technical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96F11-AF1E-6D9E-34A4-B9E877E2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15033"/>
            <a:ext cx="10058400" cy="4023360"/>
          </a:xfrm>
        </p:spPr>
        <p:txBody>
          <a:bodyPr/>
          <a:lstStyle/>
          <a:p>
            <a:r>
              <a:rPr lang="en-US" dirty="0"/>
              <a:t>PostgreSQL</a:t>
            </a:r>
          </a:p>
          <a:p>
            <a:pPr lvl="1"/>
            <a:r>
              <a:rPr lang="en-US" dirty="0"/>
              <a:t>Database to store signatures and descriptors</a:t>
            </a:r>
          </a:p>
          <a:p>
            <a:endParaRPr lang="en-US" dirty="0"/>
          </a:p>
          <a:p>
            <a:r>
              <a:rPr lang="en-US" dirty="0"/>
              <a:t>Python + OpenCV </a:t>
            </a:r>
          </a:p>
          <a:p>
            <a:pPr lvl="1"/>
            <a:r>
              <a:rPr lang="en-US" dirty="0"/>
              <a:t>Random generation functions to create a test dataset</a:t>
            </a:r>
          </a:p>
          <a:p>
            <a:pPr lvl="1"/>
            <a:r>
              <a:rPr lang="en-US" dirty="0"/>
              <a:t>Feature extraction and comparison</a:t>
            </a:r>
          </a:p>
          <a:p>
            <a:pPr lvl="1"/>
            <a:r>
              <a:rPr lang="en-US" dirty="0"/>
              <a:t>Visual inspection and iterative testing</a:t>
            </a:r>
          </a:p>
          <a:p>
            <a:endParaRPr lang="en-US" dirty="0"/>
          </a:p>
          <a:p>
            <a:r>
              <a:rPr lang="en-US" dirty="0" err="1"/>
              <a:t>Streamlit</a:t>
            </a:r>
            <a:endParaRPr lang="en-US" dirty="0"/>
          </a:p>
          <a:p>
            <a:pPr lvl="1"/>
            <a:r>
              <a:rPr lang="en-US" dirty="0"/>
              <a:t>Simple interface (web or desktop) for usability</a:t>
            </a:r>
          </a:p>
        </p:txBody>
      </p:sp>
      <p:pic>
        <p:nvPicPr>
          <p:cNvPr id="3075" name="Picture 3" descr="Postgre - Free logo icons">
            <a:extLst>
              <a:ext uri="{FF2B5EF4-FFF2-40B4-BE49-F238E27FC236}">
                <a16:creationId xmlns:a16="http://schemas.microsoft.com/office/drawing/2014/main" id="{3A9EE45E-315F-A06B-854A-EA225376F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482" y="1915033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Python - Free logo icons">
            <a:extLst>
              <a:ext uri="{FF2B5EF4-FFF2-40B4-BE49-F238E27FC236}">
                <a16:creationId xmlns:a16="http://schemas.microsoft.com/office/drawing/2014/main" id="{38BA039B-4C29-EEF2-48E1-C76126F0B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482" y="349279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Opencv logo - Free Icon PNG, SVG">
            <a:extLst>
              <a:ext uri="{FF2B5EF4-FFF2-40B4-BE49-F238E27FC236}">
                <a16:creationId xmlns:a16="http://schemas.microsoft.com/office/drawing/2014/main" id="{EDD62BEA-950B-B6D1-4EFA-77109271BC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296"/>
          <a:stretch>
            <a:fillRect/>
          </a:stretch>
        </p:blipFill>
        <p:spPr bwMode="auto">
          <a:xfrm>
            <a:off x="8815381" y="3227974"/>
            <a:ext cx="1179224" cy="117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Streamlit color icon in PNG, SVG">
            <a:extLst>
              <a:ext uri="{FF2B5EF4-FFF2-40B4-BE49-F238E27FC236}">
                <a16:creationId xmlns:a16="http://schemas.microsoft.com/office/drawing/2014/main" id="{874E69E5-33D2-0C43-334D-AF75B000D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482" y="4948583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39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E7AC2-A916-0427-940B-B43A0DEF6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B192EB-B835-4036-E14A-1B85E82311F9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69085-B989-FD41-3352-24F90629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7. 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17ED-8FF5-7046-F0EE-552464654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967" y="2902544"/>
            <a:ext cx="4042611" cy="1450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Significant reduction of the review time: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10 % in verification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7 days in documentation revision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D9ABF1E-FC5C-0F0E-7D8C-9C44AE17D4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16530"/>
              </p:ext>
            </p:extLst>
          </p:nvPr>
        </p:nvGraphicFramePr>
        <p:xfrm>
          <a:off x="112294" y="1058779"/>
          <a:ext cx="7764380" cy="5293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452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5AA2C-6DD8-3C99-0C71-979DB63DF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4F0BDB-C13C-9F53-3890-38A69F1E584C}"/>
              </a:ext>
            </a:extLst>
          </p:cNvPr>
          <p:cNvSpPr/>
          <p:nvPr/>
        </p:nvSpPr>
        <p:spPr>
          <a:xfrm>
            <a:off x="1" y="-1"/>
            <a:ext cx="12192000" cy="635655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7ED43-06BF-06A4-AF11-795FE96F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048" y="1978243"/>
            <a:ext cx="10058400" cy="1450757"/>
          </a:xfrm>
        </p:spPr>
        <p:txBody>
          <a:bodyPr/>
          <a:lstStyle/>
          <a:p>
            <a:pPr algn="ctr"/>
            <a:r>
              <a:rPr lang="pt-PT" b="1" dirty="0">
                <a:solidFill>
                  <a:schemeClr val="tx2"/>
                </a:solidFill>
              </a:rPr>
              <a:t>Q</a:t>
            </a:r>
            <a:r>
              <a:rPr lang="en-US" b="1" dirty="0">
                <a:solidFill>
                  <a:schemeClr val="tx2"/>
                </a:solidFill>
              </a:rPr>
              <a:t>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923181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0C4D-26C6-3520-E297-111B5AD4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6CC1A8-49F0-F6A1-5502-D23FB3B07DBA}"/>
              </a:ext>
            </a:extLst>
          </p:cNvPr>
          <p:cNvSpPr/>
          <p:nvPr/>
        </p:nvSpPr>
        <p:spPr>
          <a:xfrm>
            <a:off x="1" y="0"/>
            <a:ext cx="12192000" cy="1737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2FD60-60E0-B9C0-0E32-E241934B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03B17-C702-CD88-AC1C-F52A7B1C1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660" y="3064845"/>
            <a:ext cx="6306410" cy="6049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github.com/Faissen</a:t>
            </a:r>
          </a:p>
        </p:txBody>
      </p:sp>
      <p:pic>
        <p:nvPicPr>
          <p:cNvPr id="4098" name="Picture 2" descr="Github Logo - Free social media icons">
            <a:extLst>
              <a:ext uri="{FF2B5EF4-FFF2-40B4-BE49-F238E27FC236}">
                <a16:creationId xmlns:a16="http://schemas.microsoft.com/office/drawing/2014/main" id="{03B635D7-EFC3-A10E-5650-C497ADAE5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68" y="2800249"/>
            <a:ext cx="842870" cy="84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alendário e email pessoais do Microsoft Outlook | Microsoft 365">
            <a:extLst>
              <a:ext uri="{FF2B5EF4-FFF2-40B4-BE49-F238E27FC236}">
                <a16:creationId xmlns:a16="http://schemas.microsoft.com/office/drawing/2014/main" id="{C1A40E68-5397-6D6D-5E58-0BCEC21AD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90" y="1855554"/>
            <a:ext cx="841248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inkedin Mídia Social ícone Design Modelo Vector PNG ...">
            <a:extLst>
              <a:ext uri="{FF2B5EF4-FFF2-40B4-BE49-F238E27FC236}">
                <a16:creationId xmlns:a16="http://schemas.microsoft.com/office/drawing/2014/main" id="{8146C339-DFDC-DAFF-514D-62E346F6F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5833" y1="48611" x2="55833" y2="48611"/>
                        <a14:foregroundMark x1="40000" y1="37222" x2="40000" y2="37222"/>
                        <a14:foregroundMark x1="36944" y1="36944" x2="41389" y2="51667"/>
                        <a14:foregroundMark x1="41389" y1="51667" x2="55278" y2="55000"/>
                        <a14:foregroundMark x1="55278" y1="55000" x2="47778" y2="42222"/>
                        <a14:foregroundMark x1="47778" y1="42222" x2="43889" y2="41944"/>
                        <a14:foregroundMark x1="50278" y1="33889" x2="36389" y2="48333"/>
                        <a14:foregroundMark x1="36389" y1="48333" x2="51944" y2="61667"/>
                        <a14:foregroundMark x1="51944" y1="61667" x2="61389" y2="44167"/>
                        <a14:foregroundMark x1="61389" y1="44167" x2="55000" y2="35278"/>
                        <a14:foregroundMark x1="40833" y1="26944" x2="40833" y2="26944"/>
                        <a14:foregroundMark x1="40000" y1="26944" x2="40000" y2="26944"/>
                        <a14:foregroundMark x1="66944" y1="67778" x2="66944" y2="67778"/>
                        <a14:foregroundMark x1="66944" y1="67778" x2="66944" y2="67778"/>
                        <a14:foregroundMark x1="40000" y1="26667" x2="59444" y2="46667"/>
                        <a14:foregroundMark x1="59444" y1="46667" x2="62222" y2="63333"/>
                        <a14:foregroundMark x1="62222" y1="63333" x2="36667" y2="64167"/>
                        <a14:foregroundMark x1="36667" y1="64167" x2="26389" y2="52500"/>
                        <a14:foregroundMark x1="26389" y1="52500" x2="30000" y2="38889"/>
                        <a14:foregroundMark x1="30000" y1="38889" x2="39444" y2="2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53" y="3367322"/>
            <a:ext cx="173736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DD490D-3935-AAD5-0E8B-0868204152A2}"/>
              </a:ext>
            </a:extLst>
          </p:cNvPr>
          <p:cNvSpPr txBox="1">
            <a:spLocks/>
          </p:cNvSpPr>
          <p:nvPr/>
        </p:nvSpPr>
        <p:spPr>
          <a:xfrm>
            <a:off x="2188660" y="4024259"/>
            <a:ext cx="5077377" cy="4234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dirty="0"/>
              <a:t>linkedin.com/in/faissenlordeiro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33813E-CD98-741E-4D31-EAF434C3E4C8}"/>
              </a:ext>
            </a:extLst>
          </p:cNvPr>
          <p:cNvSpPr txBox="1">
            <a:spLocks/>
          </p:cNvSpPr>
          <p:nvPr/>
        </p:nvSpPr>
        <p:spPr>
          <a:xfrm>
            <a:off x="2188660" y="2064435"/>
            <a:ext cx="6036023" cy="4234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pt-PT" dirty="0"/>
              <a:t>faissen_lordeiro@hotmail.com</a:t>
            </a:r>
          </a:p>
        </p:txBody>
      </p:sp>
    </p:spTree>
    <p:extLst>
      <p:ext uri="{BB962C8B-B14F-4D97-AF65-F5344CB8AC3E}">
        <p14:creationId xmlns:p14="http://schemas.microsoft.com/office/powerpoint/2010/main" val="9969923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</TotalTime>
  <Words>512</Words>
  <Application>Microsoft Office PowerPoint</Application>
  <PresentationFormat>Widescreen</PresentationFormat>
  <Paragraphs>76</Paragraphs>
  <Slides>13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Retrospect</vt:lpstr>
      <vt:lpstr>Signatures Recognition Project </vt:lpstr>
      <vt:lpstr>Signatures Recognition Project </vt:lpstr>
      <vt:lpstr>Signatures Recognition Project </vt:lpstr>
      <vt:lpstr>Signature Recognition System</vt:lpstr>
      <vt:lpstr>1. Motivation</vt:lpstr>
      <vt:lpstr>2. Problem statement</vt:lpstr>
      <vt:lpstr>3. Target Audience</vt:lpstr>
      <vt:lpstr>4. Solution</vt:lpstr>
      <vt:lpstr>5. Challenges</vt:lpstr>
      <vt:lpstr>6. Technical strategy</vt:lpstr>
      <vt:lpstr>7. Expected Results</vt:lpstr>
      <vt:lpstr>Questions &amp; Answers</vt:lpstr>
      <vt:lpstr>Contacts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Faissen Lordeiro</dc:creator>
  <cp:lastModifiedBy>Faissen Lordeiro</cp:lastModifiedBy>
  <cp:revision>10</cp:revision>
  <dcterms:created xsi:type="dcterms:W3CDTF">2026-01-19T03:27:07Z</dcterms:created>
  <dcterms:modified xsi:type="dcterms:W3CDTF">2026-01-19T05:47:36Z</dcterms:modified>
</cp:coreProperties>
</file>